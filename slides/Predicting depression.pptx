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25"/>
  </p:notesMasterIdLst>
  <p:sldIdLst>
    <p:sldId id="256" r:id="rId2"/>
    <p:sldId id="257" r:id="rId3"/>
    <p:sldId id="258" r:id="rId4"/>
    <p:sldId id="259" r:id="rId5"/>
    <p:sldId id="260" r:id="rId6"/>
    <p:sldId id="261" r:id="rId7"/>
    <p:sldId id="281" r:id="rId8"/>
    <p:sldId id="282" r:id="rId9"/>
    <p:sldId id="284" r:id="rId10"/>
    <p:sldId id="268" r:id="rId11"/>
    <p:sldId id="289" r:id="rId12"/>
    <p:sldId id="290" r:id="rId13"/>
    <p:sldId id="262" r:id="rId14"/>
    <p:sldId id="280" r:id="rId15"/>
    <p:sldId id="285" r:id="rId16"/>
    <p:sldId id="286" r:id="rId17"/>
    <p:sldId id="287" r:id="rId18"/>
    <p:sldId id="291" r:id="rId19"/>
    <p:sldId id="292" r:id="rId20"/>
    <p:sldId id="273" r:id="rId21"/>
    <p:sldId id="293" r:id="rId22"/>
    <p:sldId id="294" r:id="rId23"/>
    <p:sldId id="276" r:id="rId24"/>
  </p:sldIdLst>
  <p:sldSz cx="9144000" cy="5143500" type="screen16x9"/>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9" d="100"/>
          <a:sy n="99" d="100"/>
        </p:scale>
        <p:origin x="340" y="5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32fa83051da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32fa83051da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32fa83051da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32fa83051da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2fa83051da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2fa83051da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2de59ce5f5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32de59ce5f5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32de59ce5f5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32de59ce5f5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2fa83051da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32fa83051da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a:extLst>
            <a:ext uri="{FF2B5EF4-FFF2-40B4-BE49-F238E27FC236}">
              <a16:creationId xmlns:a16="http://schemas.microsoft.com/office/drawing/2014/main" id="{B172B3D8-9C06-691D-1013-7F8EF9A0656D}"/>
            </a:ext>
          </a:extLst>
        </p:cNvPr>
        <p:cNvGrpSpPr/>
        <p:nvPr/>
      </p:nvGrpSpPr>
      <p:grpSpPr>
        <a:xfrm>
          <a:off x="0" y="0"/>
          <a:ext cx="0" cy="0"/>
          <a:chOff x="0" y="0"/>
          <a:chExt cx="0" cy="0"/>
        </a:xfrm>
      </p:grpSpPr>
      <p:sp>
        <p:nvSpPr>
          <p:cNvPr id="154" name="Google Shape;154;g32fa83051da_0_67:notes">
            <a:extLst>
              <a:ext uri="{FF2B5EF4-FFF2-40B4-BE49-F238E27FC236}">
                <a16:creationId xmlns:a16="http://schemas.microsoft.com/office/drawing/2014/main" id="{5174BC09-9527-7045-6139-719D89673E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32fa83051da_0_67:notes">
            <a:extLst>
              <a:ext uri="{FF2B5EF4-FFF2-40B4-BE49-F238E27FC236}">
                <a16:creationId xmlns:a16="http://schemas.microsoft.com/office/drawing/2014/main" id="{E280407C-7F69-8D9D-B26C-F160761014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37171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a:extLst>
            <a:ext uri="{FF2B5EF4-FFF2-40B4-BE49-F238E27FC236}">
              <a16:creationId xmlns:a16="http://schemas.microsoft.com/office/drawing/2014/main" id="{432CA2D5-F8A3-C0DD-D55D-05D345E8A688}"/>
            </a:ext>
          </a:extLst>
        </p:cNvPr>
        <p:cNvGrpSpPr/>
        <p:nvPr/>
      </p:nvGrpSpPr>
      <p:grpSpPr>
        <a:xfrm>
          <a:off x="0" y="0"/>
          <a:ext cx="0" cy="0"/>
          <a:chOff x="0" y="0"/>
          <a:chExt cx="0" cy="0"/>
        </a:xfrm>
      </p:grpSpPr>
      <p:sp>
        <p:nvSpPr>
          <p:cNvPr id="154" name="Google Shape;154;g32fa83051da_0_67:notes">
            <a:extLst>
              <a:ext uri="{FF2B5EF4-FFF2-40B4-BE49-F238E27FC236}">
                <a16:creationId xmlns:a16="http://schemas.microsoft.com/office/drawing/2014/main" id="{B201C44D-9EE0-CB62-C06B-2AD4A133FB2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32fa83051da_0_67:notes">
            <a:extLst>
              <a:ext uri="{FF2B5EF4-FFF2-40B4-BE49-F238E27FC236}">
                <a16:creationId xmlns:a16="http://schemas.microsoft.com/office/drawing/2014/main" id="{DEC32AC8-9D39-9247-FAC2-BB4EA06A2D6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50665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334d67addf5_0_1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334d67addf5_0_1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BD121084-26B1-03D1-7323-843BE65D9A1A}"/>
            </a:ext>
          </a:extLst>
        </p:cNvPr>
        <p:cNvGrpSpPr/>
        <p:nvPr/>
      </p:nvGrpSpPr>
      <p:grpSpPr>
        <a:xfrm>
          <a:off x="0" y="0"/>
          <a:ext cx="0" cy="0"/>
          <a:chOff x="0" y="0"/>
          <a:chExt cx="0" cy="0"/>
        </a:xfrm>
      </p:grpSpPr>
      <p:sp>
        <p:nvSpPr>
          <p:cNvPr id="101" name="Google Shape;101;g334d67addf5_0_1180:notes">
            <a:extLst>
              <a:ext uri="{FF2B5EF4-FFF2-40B4-BE49-F238E27FC236}">
                <a16:creationId xmlns:a16="http://schemas.microsoft.com/office/drawing/2014/main" id="{76F8EC62-006E-43A1-3F29-9E6E9CE14B9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334d67addf5_0_1180:notes">
            <a:extLst>
              <a:ext uri="{FF2B5EF4-FFF2-40B4-BE49-F238E27FC236}">
                <a16:creationId xmlns:a16="http://schemas.microsoft.com/office/drawing/2014/main" id="{43EB5864-384E-6BBC-D07A-3F2165D34E9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417808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9DCF3112-0998-55BB-4532-52E56415384C}"/>
            </a:ext>
          </a:extLst>
        </p:cNvPr>
        <p:cNvGrpSpPr/>
        <p:nvPr/>
      </p:nvGrpSpPr>
      <p:grpSpPr>
        <a:xfrm>
          <a:off x="0" y="0"/>
          <a:ext cx="0" cy="0"/>
          <a:chOff x="0" y="0"/>
          <a:chExt cx="0" cy="0"/>
        </a:xfrm>
      </p:grpSpPr>
      <p:sp>
        <p:nvSpPr>
          <p:cNvPr id="101" name="Google Shape;101;g334d67addf5_0_1180:notes">
            <a:extLst>
              <a:ext uri="{FF2B5EF4-FFF2-40B4-BE49-F238E27FC236}">
                <a16:creationId xmlns:a16="http://schemas.microsoft.com/office/drawing/2014/main" id="{8D62810E-5A39-9158-9370-1463ECC921D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334d67addf5_0_1180:notes">
            <a:extLst>
              <a:ext uri="{FF2B5EF4-FFF2-40B4-BE49-F238E27FC236}">
                <a16:creationId xmlns:a16="http://schemas.microsoft.com/office/drawing/2014/main" id="{85E9357D-9AB0-218C-55C0-321707F3C48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850692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337A170E-173E-7557-8AB9-E3FEDB3E06EC}"/>
            </a:ext>
          </a:extLst>
        </p:cNvPr>
        <p:cNvGrpSpPr/>
        <p:nvPr/>
      </p:nvGrpSpPr>
      <p:grpSpPr>
        <a:xfrm>
          <a:off x="0" y="0"/>
          <a:ext cx="0" cy="0"/>
          <a:chOff x="0" y="0"/>
          <a:chExt cx="0" cy="0"/>
        </a:xfrm>
      </p:grpSpPr>
      <p:sp>
        <p:nvSpPr>
          <p:cNvPr id="101" name="Google Shape;101;g334d67addf5_0_1180:notes">
            <a:extLst>
              <a:ext uri="{FF2B5EF4-FFF2-40B4-BE49-F238E27FC236}">
                <a16:creationId xmlns:a16="http://schemas.microsoft.com/office/drawing/2014/main" id="{5047EC76-9504-4180-3E52-E1CE7FA1B31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334d67addf5_0_1180:notes">
            <a:extLst>
              <a:ext uri="{FF2B5EF4-FFF2-40B4-BE49-F238E27FC236}">
                <a16:creationId xmlns:a16="http://schemas.microsoft.com/office/drawing/2014/main" id="{A339F290-042A-A81A-FEAC-F317962C4B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181879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C934BCED-9F4A-9A6A-DC1C-DAF6BB391944}"/>
            </a:ext>
          </a:extLst>
        </p:cNvPr>
        <p:cNvGrpSpPr/>
        <p:nvPr/>
      </p:nvGrpSpPr>
      <p:grpSpPr>
        <a:xfrm>
          <a:off x="0" y="0"/>
          <a:ext cx="0" cy="0"/>
          <a:chOff x="0" y="0"/>
          <a:chExt cx="0" cy="0"/>
        </a:xfrm>
      </p:grpSpPr>
      <p:sp>
        <p:nvSpPr>
          <p:cNvPr id="101" name="Google Shape;101;g334d67addf5_0_1180:notes">
            <a:extLst>
              <a:ext uri="{FF2B5EF4-FFF2-40B4-BE49-F238E27FC236}">
                <a16:creationId xmlns:a16="http://schemas.microsoft.com/office/drawing/2014/main" id="{AD48347C-D457-6C1B-38A1-8DBA8F2BB8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334d67addf5_0_1180:notes">
            <a:extLst>
              <a:ext uri="{FF2B5EF4-FFF2-40B4-BE49-F238E27FC236}">
                <a16:creationId xmlns:a16="http://schemas.microsoft.com/office/drawing/2014/main" id="{883FE779-22D3-DE06-1E27-46707D4B474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968267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32de59ce5f5_0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32de59ce5f5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76CE1DDE-77C7-9564-567F-3916FD41E0B4}"/>
            </a:ext>
          </a:extLst>
        </p:cNvPr>
        <p:cNvGrpSpPr/>
        <p:nvPr/>
      </p:nvGrpSpPr>
      <p:grpSpPr>
        <a:xfrm>
          <a:off x="0" y="0"/>
          <a:ext cx="0" cy="0"/>
          <a:chOff x="0" y="0"/>
          <a:chExt cx="0" cy="0"/>
        </a:xfrm>
      </p:grpSpPr>
      <p:sp>
        <p:nvSpPr>
          <p:cNvPr id="192" name="Google Shape;192;g32de59ce5f5_0_73:notes">
            <a:extLst>
              <a:ext uri="{FF2B5EF4-FFF2-40B4-BE49-F238E27FC236}">
                <a16:creationId xmlns:a16="http://schemas.microsoft.com/office/drawing/2014/main" id="{7BA56826-CA0A-6085-687E-FF02ED0954A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32de59ce5f5_0_73:notes">
            <a:extLst>
              <a:ext uri="{FF2B5EF4-FFF2-40B4-BE49-F238E27FC236}">
                <a16:creationId xmlns:a16="http://schemas.microsoft.com/office/drawing/2014/main" id="{B849AF08-FE7C-5620-6E9F-1DCEB28875D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361821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CCAF33B6-45D3-8694-BDDC-F21FE4FC0266}"/>
            </a:ext>
          </a:extLst>
        </p:cNvPr>
        <p:cNvGrpSpPr/>
        <p:nvPr/>
      </p:nvGrpSpPr>
      <p:grpSpPr>
        <a:xfrm>
          <a:off x="0" y="0"/>
          <a:ext cx="0" cy="0"/>
          <a:chOff x="0" y="0"/>
          <a:chExt cx="0" cy="0"/>
        </a:xfrm>
      </p:grpSpPr>
      <p:sp>
        <p:nvSpPr>
          <p:cNvPr id="192" name="Google Shape;192;g32de59ce5f5_0_73:notes">
            <a:extLst>
              <a:ext uri="{FF2B5EF4-FFF2-40B4-BE49-F238E27FC236}">
                <a16:creationId xmlns:a16="http://schemas.microsoft.com/office/drawing/2014/main" id="{EE759CB0-96D5-A936-A6D1-01057EF6D9A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32de59ce5f5_0_73:notes">
            <a:extLst>
              <a:ext uri="{FF2B5EF4-FFF2-40B4-BE49-F238E27FC236}">
                <a16:creationId xmlns:a16="http://schemas.microsoft.com/office/drawing/2014/main" id="{0742CC74-77BC-60A0-4772-B94B04E2282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3289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334d67addf5_0_12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334d67addf5_0_12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98F6B-21A4-1395-540D-3C2438381A2B}"/>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vi-VN"/>
          </a:p>
        </p:txBody>
      </p:sp>
      <p:sp>
        <p:nvSpPr>
          <p:cNvPr id="3" name="Subtitle 2">
            <a:extLst>
              <a:ext uri="{FF2B5EF4-FFF2-40B4-BE49-F238E27FC236}">
                <a16:creationId xmlns:a16="http://schemas.microsoft.com/office/drawing/2014/main" id="{783CE2F0-877D-2711-C8ED-E64E8ED550E0}"/>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vi-VN"/>
          </a:p>
        </p:txBody>
      </p:sp>
      <p:sp>
        <p:nvSpPr>
          <p:cNvPr id="4" name="Date Placeholder 3">
            <a:extLst>
              <a:ext uri="{FF2B5EF4-FFF2-40B4-BE49-F238E27FC236}">
                <a16:creationId xmlns:a16="http://schemas.microsoft.com/office/drawing/2014/main" id="{A122690C-A3AD-F3F4-5FC7-AFBC1D937A34}"/>
              </a:ext>
            </a:extLst>
          </p:cNvPr>
          <p:cNvSpPr>
            <a:spLocks noGrp="1"/>
          </p:cNvSpPr>
          <p:nvPr>
            <p:ph type="dt" sz="half" idx="10"/>
          </p:nvPr>
        </p:nvSpPr>
        <p:spPr/>
        <p:txBody>
          <a:bodyPr/>
          <a:lstStyle/>
          <a:p>
            <a:fld id="{95E87AC8-B620-4324-93EB-377AEC2F0FDE}" type="datetimeFigureOut">
              <a:rPr lang="vi-VN" smtClean="0"/>
              <a:t>22/12/2025</a:t>
            </a:fld>
            <a:endParaRPr lang="vi-VN"/>
          </a:p>
        </p:txBody>
      </p:sp>
      <p:sp>
        <p:nvSpPr>
          <p:cNvPr id="5" name="Footer Placeholder 4">
            <a:extLst>
              <a:ext uri="{FF2B5EF4-FFF2-40B4-BE49-F238E27FC236}">
                <a16:creationId xmlns:a16="http://schemas.microsoft.com/office/drawing/2014/main" id="{F416E284-5B01-3F27-3815-297CCCA86D5B}"/>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C63E75BD-B69C-B442-3873-F618CEADAB9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vi" smtClean="0"/>
              <a:t>‹#›</a:t>
            </a:fld>
            <a:endParaRPr lang="vi"/>
          </a:p>
        </p:txBody>
      </p:sp>
    </p:spTree>
    <p:extLst>
      <p:ext uri="{BB962C8B-B14F-4D97-AF65-F5344CB8AC3E}">
        <p14:creationId xmlns:p14="http://schemas.microsoft.com/office/powerpoint/2010/main" val="1915489898"/>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AA05B-C3B1-8F99-6A93-E684B88AEA3A}"/>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0A43989D-100E-1B4D-5FE5-74306AF9EC3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B9BE6A4E-011A-3CFB-70FD-EEF873CD1A92}"/>
              </a:ext>
            </a:extLst>
          </p:cNvPr>
          <p:cNvSpPr>
            <a:spLocks noGrp="1"/>
          </p:cNvSpPr>
          <p:nvPr>
            <p:ph type="dt" sz="half" idx="10"/>
          </p:nvPr>
        </p:nvSpPr>
        <p:spPr/>
        <p:txBody>
          <a:bodyPr/>
          <a:lstStyle/>
          <a:p>
            <a:fld id="{95E87AC8-B620-4324-93EB-377AEC2F0FDE}" type="datetimeFigureOut">
              <a:rPr lang="vi-VN" smtClean="0"/>
              <a:t>22/12/2025</a:t>
            </a:fld>
            <a:endParaRPr lang="vi-VN"/>
          </a:p>
        </p:txBody>
      </p:sp>
      <p:sp>
        <p:nvSpPr>
          <p:cNvPr id="5" name="Footer Placeholder 4">
            <a:extLst>
              <a:ext uri="{FF2B5EF4-FFF2-40B4-BE49-F238E27FC236}">
                <a16:creationId xmlns:a16="http://schemas.microsoft.com/office/drawing/2014/main" id="{65B8652B-8438-0953-7C54-FEDC62CE0E9E}"/>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47FD678E-AFA5-C08A-FF1B-9C8DF166F3D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vi" smtClean="0"/>
              <a:t>‹#›</a:t>
            </a:fld>
            <a:endParaRPr lang="vi"/>
          </a:p>
        </p:txBody>
      </p:sp>
    </p:spTree>
    <p:extLst>
      <p:ext uri="{BB962C8B-B14F-4D97-AF65-F5344CB8AC3E}">
        <p14:creationId xmlns:p14="http://schemas.microsoft.com/office/powerpoint/2010/main" val="222602571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B4F26-02B4-9249-397E-F0E23F21CD29}"/>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vi-VN"/>
          </a:p>
        </p:txBody>
      </p:sp>
      <p:sp>
        <p:nvSpPr>
          <p:cNvPr id="3" name="Text Placeholder 2">
            <a:extLst>
              <a:ext uri="{FF2B5EF4-FFF2-40B4-BE49-F238E27FC236}">
                <a16:creationId xmlns:a16="http://schemas.microsoft.com/office/drawing/2014/main" id="{A89C515B-B1DA-A3BD-A691-2541A0781E43}"/>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9082C28-B2D9-4546-8C36-D93B17C6138E}"/>
              </a:ext>
            </a:extLst>
          </p:cNvPr>
          <p:cNvSpPr>
            <a:spLocks noGrp="1"/>
          </p:cNvSpPr>
          <p:nvPr>
            <p:ph type="dt" sz="half" idx="10"/>
          </p:nvPr>
        </p:nvSpPr>
        <p:spPr/>
        <p:txBody>
          <a:bodyPr/>
          <a:lstStyle/>
          <a:p>
            <a:fld id="{95E87AC8-B620-4324-93EB-377AEC2F0FDE}" type="datetimeFigureOut">
              <a:rPr lang="vi-VN" smtClean="0"/>
              <a:t>22/12/2025</a:t>
            </a:fld>
            <a:endParaRPr lang="vi-VN"/>
          </a:p>
        </p:txBody>
      </p:sp>
      <p:sp>
        <p:nvSpPr>
          <p:cNvPr id="5" name="Footer Placeholder 4">
            <a:extLst>
              <a:ext uri="{FF2B5EF4-FFF2-40B4-BE49-F238E27FC236}">
                <a16:creationId xmlns:a16="http://schemas.microsoft.com/office/drawing/2014/main" id="{43AE0D2D-D4C4-1D91-3E6D-C1D1AC7B2ECB}"/>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D5E6A0B3-68F8-518C-53C7-50F079C70AC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vi" smtClean="0"/>
              <a:t>‹#›</a:t>
            </a:fld>
            <a:endParaRPr lang="vi"/>
          </a:p>
        </p:txBody>
      </p:sp>
    </p:spTree>
    <p:extLst>
      <p:ext uri="{BB962C8B-B14F-4D97-AF65-F5344CB8AC3E}">
        <p14:creationId xmlns:p14="http://schemas.microsoft.com/office/powerpoint/2010/main" val="97587598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05F9B7-2A27-01C8-5B4D-DD10AA6578F4}"/>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59262151-42F4-9B76-5654-C45DAC6E94F1}"/>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Content Placeholder 3">
            <a:extLst>
              <a:ext uri="{FF2B5EF4-FFF2-40B4-BE49-F238E27FC236}">
                <a16:creationId xmlns:a16="http://schemas.microsoft.com/office/drawing/2014/main" id="{2915AD92-EAA7-1FAF-3874-E915DAF8112C}"/>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Date Placeholder 4">
            <a:extLst>
              <a:ext uri="{FF2B5EF4-FFF2-40B4-BE49-F238E27FC236}">
                <a16:creationId xmlns:a16="http://schemas.microsoft.com/office/drawing/2014/main" id="{F3C59203-B765-D90F-6080-9CDCBA29B280}"/>
              </a:ext>
            </a:extLst>
          </p:cNvPr>
          <p:cNvSpPr>
            <a:spLocks noGrp="1"/>
          </p:cNvSpPr>
          <p:nvPr>
            <p:ph type="dt" sz="half" idx="10"/>
          </p:nvPr>
        </p:nvSpPr>
        <p:spPr/>
        <p:txBody>
          <a:bodyPr/>
          <a:lstStyle/>
          <a:p>
            <a:fld id="{95E87AC8-B620-4324-93EB-377AEC2F0FDE}" type="datetimeFigureOut">
              <a:rPr lang="vi-VN" smtClean="0"/>
              <a:t>22/12/2025</a:t>
            </a:fld>
            <a:endParaRPr lang="vi-VN"/>
          </a:p>
        </p:txBody>
      </p:sp>
      <p:sp>
        <p:nvSpPr>
          <p:cNvPr id="6" name="Footer Placeholder 5">
            <a:extLst>
              <a:ext uri="{FF2B5EF4-FFF2-40B4-BE49-F238E27FC236}">
                <a16:creationId xmlns:a16="http://schemas.microsoft.com/office/drawing/2014/main" id="{8E535D57-64E8-B8F6-EEC6-4A0B276F77A7}"/>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405633D1-7CC2-1A7D-C352-7A7BAAB73AA4}"/>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vi" smtClean="0"/>
              <a:t>‹#›</a:t>
            </a:fld>
            <a:endParaRPr lang="vi"/>
          </a:p>
        </p:txBody>
      </p:sp>
    </p:spTree>
    <p:extLst>
      <p:ext uri="{BB962C8B-B14F-4D97-AF65-F5344CB8AC3E}">
        <p14:creationId xmlns:p14="http://schemas.microsoft.com/office/powerpoint/2010/main" val="3063685984"/>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D38A5-4DD8-43A2-42E7-41EA74256D2A}"/>
              </a:ext>
            </a:extLst>
          </p:cNvPr>
          <p:cNvSpPr>
            <a:spLocks noGrp="1"/>
          </p:cNvSpPr>
          <p:nvPr>
            <p:ph type="title"/>
          </p:nvPr>
        </p:nvSpPr>
        <p:spPr>
          <a:xfrm>
            <a:off x="629841" y="273844"/>
            <a:ext cx="7886700" cy="994172"/>
          </a:xfrm>
        </p:spPr>
        <p:txBody>
          <a:bodyPr/>
          <a:lstStyle/>
          <a:p>
            <a:r>
              <a:rPr lang="en-US"/>
              <a:t>Click to edit Master title style</a:t>
            </a:r>
            <a:endParaRPr lang="vi-VN"/>
          </a:p>
        </p:txBody>
      </p:sp>
      <p:sp>
        <p:nvSpPr>
          <p:cNvPr id="3" name="Text Placeholder 2">
            <a:extLst>
              <a:ext uri="{FF2B5EF4-FFF2-40B4-BE49-F238E27FC236}">
                <a16:creationId xmlns:a16="http://schemas.microsoft.com/office/drawing/2014/main" id="{6804A04B-1BBD-6406-C9C8-7DBCCF6BC674}"/>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2C603B74-DFE9-6888-0186-9A1A9E9E9582}"/>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Text Placeholder 4">
            <a:extLst>
              <a:ext uri="{FF2B5EF4-FFF2-40B4-BE49-F238E27FC236}">
                <a16:creationId xmlns:a16="http://schemas.microsoft.com/office/drawing/2014/main" id="{ECEDC49A-C331-DBFB-AD11-A556F44F1FC1}"/>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F194FC71-2BBB-937C-5DB1-E6B60D3124AB}"/>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7" name="Date Placeholder 6">
            <a:extLst>
              <a:ext uri="{FF2B5EF4-FFF2-40B4-BE49-F238E27FC236}">
                <a16:creationId xmlns:a16="http://schemas.microsoft.com/office/drawing/2014/main" id="{2F5362EE-C8E0-7B7D-D793-FCA089B8EE47}"/>
              </a:ext>
            </a:extLst>
          </p:cNvPr>
          <p:cNvSpPr>
            <a:spLocks noGrp="1"/>
          </p:cNvSpPr>
          <p:nvPr>
            <p:ph type="dt" sz="half" idx="10"/>
          </p:nvPr>
        </p:nvSpPr>
        <p:spPr/>
        <p:txBody>
          <a:bodyPr/>
          <a:lstStyle/>
          <a:p>
            <a:fld id="{95E87AC8-B620-4324-93EB-377AEC2F0FDE}" type="datetimeFigureOut">
              <a:rPr lang="vi-VN" smtClean="0"/>
              <a:t>22/12/2025</a:t>
            </a:fld>
            <a:endParaRPr lang="vi-VN"/>
          </a:p>
        </p:txBody>
      </p:sp>
      <p:sp>
        <p:nvSpPr>
          <p:cNvPr id="8" name="Footer Placeholder 7">
            <a:extLst>
              <a:ext uri="{FF2B5EF4-FFF2-40B4-BE49-F238E27FC236}">
                <a16:creationId xmlns:a16="http://schemas.microsoft.com/office/drawing/2014/main" id="{4621373D-4A24-A742-47B6-A2C52250BD7F}"/>
              </a:ext>
            </a:extLst>
          </p:cNvPr>
          <p:cNvSpPr>
            <a:spLocks noGrp="1"/>
          </p:cNvSpPr>
          <p:nvPr>
            <p:ph type="ftr" sz="quarter" idx="11"/>
          </p:nvPr>
        </p:nvSpPr>
        <p:spPr/>
        <p:txBody>
          <a:bodyPr/>
          <a:lstStyle/>
          <a:p>
            <a:endParaRPr lang="vi-VN"/>
          </a:p>
        </p:txBody>
      </p:sp>
      <p:sp>
        <p:nvSpPr>
          <p:cNvPr id="9" name="Slide Number Placeholder 8">
            <a:extLst>
              <a:ext uri="{FF2B5EF4-FFF2-40B4-BE49-F238E27FC236}">
                <a16:creationId xmlns:a16="http://schemas.microsoft.com/office/drawing/2014/main" id="{1EAC304B-FB1D-7D55-5916-4D33AF31926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vi" smtClean="0"/>
              <a:t>‹#›</a:t>
            </a:fld>
            <a:endParaRPr lang="vi"/>
          </a:p>
        </p:txBody>
      </p:sp>
    </p:spTree>
    <p:extLst>
      <p:ext uri="{BB962C8B-B14F-4D97-AF65-F5344CB8AC3E}">
        <p14:creationId xmlns:p14="http://schemas.microsoft.com/office/powerpoint/2010/main" val="373073914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1EB51-599B-9437-F72C-1D40817A589D}"/>
              </a:ext>
            </a:extLst>
          </p:cNvPr>
          <p:cNvSpPr>
            <a:spLocks noGrp="1"/>
          </p:cNvSpPr>
          <p:nvPr>
            <p:ph type="title"/>
          </p:nvPr>
        </p:nvSpPr>
        <p:spPr/>
        <p:txBody>
          <a:bodyPr/>
          <a:lstStyle/>
          <a:p>
            <a:r>
              <a:rPr lang="en-US"/>
              <a:t>Click to edit Master title style</a:t>
            </a:r>
            <a:endParaRPr lang="vi-VN"/>
          </a:p>
        </p:txBody>
      </p:sp>
      <p:sp>
        <p:nvSpPr>
          <p:cNvPr id="3" name="Date Placeholder 2">
            <a:extLst>
              <a:ext uri="{FF2B5EF4-FFF2-40B4-BE49-F238E27FC236}">
                <a16:creationId xmlns:a16="http://schemas.microsoft.com/office/drawing/2014/main" id="{AB7564C7-7A97-AD2D-565D-BDA916FBAD8D}"/>
              </a:ext>
            </a:extLst>
          </p:cNvPr>
          <p:cNvSpPr>
            <a:spLocks noGrp="1"/>
          </p:cNvSpPr>
          <p:nvPr>
            <p:ph type="dt" sz="half" idx="10"/>
          </p:nvPr>
        </p:nvSpPr>
        <p:spPr/>
        <p:txBody>
          <a:bodyPr/>
          <a:lstStyle/>
          <a:p>
            <a:fld id="{95E87AC8-B620-4324-93EB-377AEC2F0FDE}" type="datetimeFigureOut">
              <a:rPr lang="vi-VN" smtClean="0"/>
              <a:t>22/12/2025</a:t>
            </a:fld>
            <a:endParaRPr lang="vi-VN"/>
          </a:p>
        </p:txBody>
      </p:sp>
      <p:sp>
        <p:nvSpPr>
          <p:cNvPr id="4" name="Footer Placeholder 3">
            <a:extLst>
              <a:ext uri="{FF2B5EF4-FFF2-40B4-BE49-F238E27FC236}">
                <a16:creationId xmlns:a16="http://schemas.microsoft.com/office/drawing/2014/main" id="{881C7411-095D-B270-7162-612A356CCD5D}"/>
              </a:ext>
            </a:extLst>
          </p:cNvPr>
          <p:cNvSpPr>
            <a:spLocks noGrp="1"/>
          </p:cNvSpPr>
          <p:nvPr>
            <p:ph type="ftr" sz="quarter" idx="11"/>
          </p:nvPr>
        </p:nvSpPr>
        <p:spPr/>
        <p:txBody>
          <a:bodyPr/>
          <a:lstStyle/>
          <a:p>
            <a:endParaRPr lang="vi-VN"/>
          </a:p>
        </p:txBody>
      </p:sp>
      <p:sp>
        <p:nvSpPr>
          <p:cNvPr id="5" name="Slide Number Placeholder 4">
            <a:extLst>
              <a:ext uri="{FF2B5EF4-FFF2-40B4-BE49-F238E27FC236}">
                <a16:creationId xmlns:a16="http://schemas.microsoft.com/office/drawing/2014/main" id="{C189151B-6377-8C73-5FC1-D966B838D84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vi" smtClean="0"/>
              <a:t>‹#›</a:t>
            </a:fld>
            <a:endParaRPr lang="vi"/>
          </a:p>
        </p:txBody>
      </p:sp>
    </p:spTree>
    <p:extLst>
      <p:ext uri="{BB962C8B-B14F-4D97-AF65-F5344CB8AC3E}">
        <p14:creationId xmlns:p14="http://schemas.microsoft.com/office/powerpoint/2010/main" val="3586545492"/>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1395878-59F8-33E2-61ED-84BAF2548775}"/>
              </a:ext>
            </a:extLst>
          </p:cNvPr>
          <p:cNvSpPr>
            <a:spLocks noGrp="1"/>
          </p:cNvSpPr>
          <p:nvPr>
            <p:ph type="dt" sz="half" idx="10"/>
          </p:nvPr>
        </p:nvSpPr>
        <p:spPr/>
        <p:txBody>
          <a:bodyPr/>
          <a:lstStyle/>
          <a:p>
            <a:fld id="{95E87AC8-B620-4324-93EB-377AEC2F0FDE}" type="datetimeFigureOut">
              <a:rPr lang="vi-VN" smtClean="0"/>
              <a:t>22/12/2025</a:t>
            </a:fld>
            <a:endParaRPr lang="vi-VN"/>
          </a:p>
        </p:txBody>
      </p:sp>
      <p:sp>
        <p:nvSpPr>
          <p:cNvPr id="3" name="Footer Placeholder 2">
            <a:extLst>
              <a:ext uri="{FF2B5EF4-FFF2-40B4-BE49-F238E27FC236}">
                <a16:creationId xmlns:a16="http://schemas.microsoft.com/office/drawing/2014/main" id="{65580CA4-8829-1E06-9E5E-B800DD5DF65E}"/>
              </a:ext>
            </a:extLst>
          </p:cNvPr>
          <p:cNvSpPr>
            <a:spLocks noGrp="1"/>
          </p:cNvSpPr>
          <p:nvPr>
            <p:ph type="ftr" sz="quarter" idx="11"/>
          </p:nvPr>
        </p:nvSpPr>
        <p:spPr/>
        <p:txBody>
          <a:bodyPr/>
          <a:lstStyle/>
          <a:p>
            <a:endParaRPr lang="vi-VN"/>
          </a:p>
        </p:txBody>
      </p:sp>
      <p:sp>
        <p:nvSpPr>
          <p:cNvPr id="4" name="Slide Number Placeholder 3">
            <a:extLst>
              <a:ext uri="{FF2B5EF4-FFF2-40B4-BE49-F238E27FC236}">
                <a16:creationId xmlns:a16="http://schemas.microsoft.com/office/drawing/2014/main" id="{850311AE-B1A6-7162-F35C-323D1F07567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vi" smtClean="0"/>
              <a:t>‹#›</a:t>
            </a:fld>
            <a:endParaRPr lang="vi"/>
          </a:p>
        </p:txBody>
      </p:sp>
    </p:spTree>
    <p:extLst>
      <p:ext uri="{BB962C8B-B14F-4D97-AF65-F5344CB8AC3E}">
        <p14:creationId xmlns:p14="http://schemas.microsoft.com/office/powerpoint/2010/main" val="38695818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628F5-CD71-6744-22E7-920B7983563A}"/>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vi-VN"/>
          </a:p>
        </p:txBody>
      </p:sp>
      <p:sp>
        <p:nvSpPr>
          <p:cNvPr id="3" name="Content Placeholder 2">
            <a:extLst>
              <a:ext uri="{FF2B5EF4-FFF2-40B4-BE49-F238E27FC236}">
                <a16:creationId xmlns:a16="http://schemas.microsoft.com/office/drawing/2014/main" id="{9DCA44E3-4509-FB1A-6B0B-61764D2AF7BE}"/>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Text Placeholder 3">
            <a:extLst>
              <a:ext uri="{FF2B5EF4-FFF2-40B4-BE49-F238E27FC236}">
                <a16:creationId xmlns:a16="http://schemas.microsoft.com/office/drawing/2014/main" id="{5F69C762-31AD-1256-B4C8-63EE3062498A}"/>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BD62BE8D-66FE-7D94-FADC-DDBA4042DF1C}"/>
              </a:ext>
            </a:extLst>
          </p:cNvPr>
          <p:cNvSpPr>
            <a:spLocks noGrp="1"/>
          </p:cNvSpPr>
          <p:nvPr>
            <p:ph type="dt" sz="half" idx="10"/>
          </p:nvPr>
        </p:nvSpPr>
        <p:spPr/>
        <p:txBody>
          <a:bodyPr/>
          <a:lstStyle/>
          <a:p>
            <a:fld id="{95E87AC8-B620-4324-93EB-377AEC2F0FDE}" type="datetimeFigureOut">
              <a:rPr lang="vi-VN" smtClean="0"/>
              <a:t>22/12/2025</a:t>
            </a:fld>
            <a:endParaRPr lang="vi-VN"/>
          </a:p>
        </p:txBody>
      </p:sp>
      <p:sp>
        <p:nvSpPr>
          <p:cNvPr id="6" name="Footer Placeholder 5">
            <a:extLst>
              <a:ext uri="{FF2B5EF4-FFF2-40B4-BE49-F238E27FC236}">
                <a16:creationId xmlns:a16="http://schemas.microsoft.com/office/drawing/2014/main" id="{7F209E80-317B-8CF0-FCA1-CCACC7CB4277}"/>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E7A81805-F85E-8F65-9B82-8466D0D7B27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vi" smtClean="0"/>
              <a:t>‹#›</a:t>
            </a:fld>
            <a:endParaRPr lang="vi"/>
          </a:p>
        </p:txBody>
      </p:sp>
    </p:spTree>
    <p:extLst>
      <p:ext uri="{BB962C8B-B14F-4D97-AF65-F5344CB8AC3E}">
        <p14:creationId xmlns:p14="http://schemas.microsoft.com/office/powerpoint/2010/main" val="107283078"/>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575A2-CD92-D279-3FBA-DCA6E9067B26}"/>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vi-VN"/>
          </a:p>
        </p:txBody>
      </p:sp>
      <p:sp>
        <p:nvSpPr>
          <p:cNvPr id="3" name="Picture Placeholder 2">
            <a:extLst>
              <a:ext uri="{FF2B5EF4-FFF2-40B4-BE49-F238E27FC236}">
                <a16:creationId xmlns:a16="http://schemas.microsoft.com/office/drawing/2014/main" id="{592673D1-A492-A71C-643F-4B7CF2D9AB27}"/>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vi-VN"/>
          </a:p>
        </p:txBody>
      </p:sp>
      <p:sp>
        <p:nvSpPr>
          <p:cNvPr id="4" name="Text Placeholder 3">
            <a:extLst>
              <a:ext uri="{FF2B5EF4-FFF2-40B4-BE49-F238E27FC236}">
                <a16:creationId xmlns:a16="http://schemas.microsoft.com/office/drawing/2014/main" id="{B0761437-4EF0-EF84-5E14-070ED8D76568}"/>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55CF37CF-AD26-D03D-CA35-70C1264BF1ED}"/>
              </a:ext>
            </a:extLst>
          </p:cNvPr>
          <p:cNvSpPr>
            <a:spLocks noGrp="1"/>
          </p:cNvSpPr>
          <p:nvPr>
            <p:ph type="dt" sz="half" idx="10"/>
          </p:nvPr>
        </p:nvSpPr>
        <p:spPr/>
        <p:txBody>
          <a:bodyPr/>
          <a:lstStyle/>
          <a:p>
            <a:fld id="{95E87AC8-B620-4324-93EB-377AEC2F0FDE}" type="datetimeFigureOut">
              <a:rPr lang="vi-VN" smtClean="0"/>
              <a:t>22/12/2025</a:t>
            </a:fld>
            <a:endParaRPr lang="vi-VN"/>
          </a:p>
        </p:txBody>
      </p:sp>
      <p:sp>
        <p:nvSpPr>
          <p:cNvPr id="6" name="Footer Placeholder 5">
            <a:extLst>
              <a:ext uri="{FF2B5EF4-FFF2-40B4-BE49-F238E27FC236}">
                <a16:creationId xmlns:a16="http://schemas.microsoft.com/office/drawing/2014/main" id="{311E0559-DF82-30B6-049D-9FF66CA88547}"/>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25D3F304-1D97-7FA3-4A00-79F3582CC0B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vi" smtClean="0"/>
              <a:t>‹#›</a:t>
            </a:fld>
            <a:endParaRPr lang="vi"/>
          </a:p>
        </p:txBody>
      </p:sp>
    </p:spTree>
    <p:extLst>
      <p:ext uri="{BB962C8B-B14F-4D97-AF65-F5344CB8AC3E}">
        <p14:creationId xmlns:p14="http://schemas.microsoft.com/office/powerpoint/2010/main" val="203329445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0E53B6-5914-5F11-9249-BCB8F84714AC}"/>
              </a:ext>
            </a:extLst>
          </p:cNvPr>
          <p:cNvSpPr>
            <a:spLocks noGrp="1"/>
          </p:cNvSpPr>
          <p:nvPr>
            <p:ph type="title"/>
          </p:nvPr>
        </p:nvSpPr>
        <p:spPr/>
        <p:txBody>
          <a:bodyPr/>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D256CE03-7328-238C-ABB8-A25F6D75C65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F1E8ECBC-26AF-D4CA-B973-406126A64E30}"/>
              </a:ext>
            </a:extLst>
          </p:cNvPr>
          <p:cNvSpPr>
            <a:spLocks noGrp="1"/>
          </p:cNvSpPr>
          <p:nvPr>
            <p:ph type="dt" sz="half" idx="10"/>
          </p:nvPr>
        </p:nvSpPr>
        <p:spPr/>
        <p:txBody>
          <a:bodyPr/>
          <a:lstStyle/>
          <a:p>
            <a:fld id="{95E87AC8-B620-4324-93EB-377AEC2F0FDE}" type="datetimeFigureOut">
              <a:rPr lang="vi-VN" smtClean="0"/>
              <a:t>22/12/2025</a:t>
            </a:fld>
            <a:endParaRPr lang="vi-VN"/>
          </a:p>
        </p:txBody>
      </p:sp>
      <p:sp>
        <p:nvSpPr>
          <p:cNvPr id="5" name="Footer Placeholder 4">
            <a:extLst>
              <a:ext uri="{FF2B5EF4-FFF2-40B4-BE49-F238E27FC236}">
                <a16:creationId xmlns:a16="http://schemas.microsoft.com/office/drawing/2014/main" id="{50A2B846-0EC0-C649-DBD5-3EF3F245204E}"/>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44DE9615-D610-0B0B-BEC8-07636A0F32C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vi" smtClean="0"/>
              <a:t>‹#›</a:t>
            </a:fld>
            <a:endParaRPr lang="vi"/>
          </a:p>
        </p:txBody>
      </p:sp>
    </p:spTree>
    <p:extLst>
      <p:ext uri="{BB962C8B-B14F-4D97-AF65-F5344CB8AC3E}">
        <p14:creationId xmlns:p14="http://schemas.microsoft.com/office/powerpoint/2010/main" val="3088283605"/>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BD01FB8-9700-CA65-517B-6E156385BC1E}"/>
              </a:ext>
            </a:extLst>
          </p:cNvPr>
          <p:cNvSpPr>
            <a:spLocks noGrp="1"/>
          </p:cNvSpPr>
          <p:nvPr>
            <p:ph type="title" orient="vert"/>
          </p:nvPr>
        </p:nvSpPr>
        <p:spPr>
          <a:xfrm>
            <a:off x="6543675" y="273844"/>
            <a:ext cx="1971675" cy="4358879"/>
          </a:xfrm>
        </p:spPr>
        <p:txBody>
          <a:bodyPr vert="eaVert"/>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737391B4-7D86-0404-EE85-4543F76B687C}"/>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3093BC88-FA99-B1EE-E607-B3CACC871997}"/>
              </a:ext>
            </a:extLst>
          </p:cNvPr>
          <p:cNvSpPr>
            <a:spLocks noGrp="1"/>
          </p:cNvSpPr>
          <p:nvPr>
            <p:ph type="dt" sz="half" idx="10"/>
          </p:nvPr>
        </p:nvSpPr>
        <p:spPr/>
        <p:txBody>
          <a:bodyPr/>
          <a:lstStyle/>
          <a:p>
            <a:fld id="{95E87AC8-B620-4324-93EB-377AEC2F0FDE}" type="datetimeFigureOut">
              <a:rPr lang="vi-VN" smtClean="0"/>
              <a:t>22/12/2025</a:t>
            </a:fld>
            <a:endParaRPr lang="vi-VN"/>
          </a:p>
        </p:txBody>
      </p:sp>
      <p:sp>
        <p:nvSpPr>
          <p:cNvPr id="5" name="Footer Placeholder 4">
            <a:extLst>
              <a:ext uri="{FF2B5EF4-FFF2-40B4-BE49-F238E27FC236}">
                <a16:creationId xmlns:a16="http://schemas.microsoft.com/office/drawing/2014/main" id="{406B5C78-E07C-DDB3-230A-BD3B5A038E62}"/>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BA0EC2FD-D135-BE63-2167-5F70BCF45F22}"/>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vi" smtClean="0"/>
              <a:t>‹#›</a:t>
            </a:fld>
            <a:endParaRPr lang="vi"/>
          </a:p>
        </p:txBody>
      </p:sp>
    </p:spTree>
    <p:extLst>
      <p:ext uri="{BB962C8B-B14F-4D97-AF65-F5344CB8AC3E}">
        <p14:creationId xmlns:p14="http://schemas.microsoft.com/office/powerpoint/2010/main" val="81878741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0"/>
        <p:cNvGrpSpPr/>
        <p:nvPr/>
      </p:nvGrpSpPr>
      <p:grpSpPr>
        <a:xfrm>
          <a:off x="0" y="0"/>
          <a:ext cx="0" cy="0"/>
          <a:chOff x="0" y="0"/>
          <a:chExt cx="0" cy="0"/>
        </a:xfrm>
      </p:grpSpPr>
      <p:sp>
        <p:nvSpPr>
          <p:cNvPr id="22" name="Google Shape;22;p4"/>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23" name="Google Shape;23;p4"/>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4" name="Google Shape;24;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vi"/>
              <a:t>‹#›</a:t>
            </a:fld>
            <a:endParaRPr/>
          </a:p>
        </p:txBody>
      </p:sp>
    </p:spTree>
    <p:extLst>
      <p:ext uri="{BB962C8B-B14F-4D97-AF65-F5344CB8AC3E}">
        <p14:creationId xmlns:p14="http://schemas.microsoft.com/office/powerpoint/2010/main" val="584835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CF1EB8-4859-62C2-57F2-DD1F88ACCEC8}"/>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vi-VN"/>
          </a:p>
        </p:txBody>
      </p:sp>
      <p:sp>
        <p:nvSpPr>
          <p:cNvPr id="3" name="Text Placeholder 2">
            <a:extLst>
              <a:ext uri="{FF2B5EF4-FFF2-40B4-BE49-F238E27FC236}">
                <a16:creationId xmlns:a16="http://schemas.microsoft.com/office/drawing/2014/main" id="{A9DED172-9BE9-8DBD-4BB9-FC4B507AB42F}"/>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7B6FAA45-5C1D-49D2-B2C9-635CFB2661CF}"/>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95E87AC8-B620-4324-93EB-377AEC2F0FDE}" type="datetimeFigureOut">
              <a:rPr lang="vi-VN" smtClean="0"/>
              <a:t>22/12/2025</a:t>
            </a:fld>
            <a:endParaRPr lang="vi-VN"/>
          </a:p>
        </p:txBody>
      </p:sp>
      <p:sp>
        <p:nvSpPr>
          <p:cNvPr id="5" name="Footer Placeholder 4">
            <a:extLst>
              <a:ext uri="{FF2B5EF4-FFF2-40B4-BE49-F238E27FC236}">
                <a16:creationId xmlns:a16="http://schemas.microsoft.com/office/drawing/2014/main" id="{D05BBAFD-B39E-5543-4994-DB6D99B4E24E}"/>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vi-VN"/>
          </a:p>
        </p:txBody>
      </p:sp>
      <p:sp>
        <p:nvSpPr>
          <p:cNvPr id="6" name="Slide Number Placeholder 5">
            <a:extLst>
              <a:ext uri="{FF2B5EF4-FFF2-40B4-BE49-F238E27FC236}">
                <a16:creationId xmlns:a16="http://schemas.microsoft.com/office/drawing/2014/main" id="{591F81B5-2292-D1F0-3FAE-5A35EA8F3928}"/>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pPr marL="0" lvl="0" indent="0" algn="r" rtl="0">
              <a:spcBef>
                <a:spcPts val="0"/>
              </a:spcBef>
              <a:spcAft>
                <a:spcPts val="0"/>
              </a:spcAft>
              <a:buNone/>
            </a:pPr>
            <a:fld id="{00000000-1234-1234-1234-123412341234}" type="slidenum">
              <a:rPr lang="vi" smtClean="0"/>
              <a:t>‹#›</a:t>
            </a:fld>
            <a:endParaRPr lang="vi"/>
          </a:p>
        </p:txBody>
      </p:sp>
    </p:spTree>
    <p:extLst>
      <p:ext uri="{BB962C8B-B14F-4D97-AF65-F5344CB8AC3E}">
        <p14:creationId xmlns:p14="http://schemas.microsoft.com/office/powerpoint/2010/main" val="36638264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vi-V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3" Type="http://schemas.openxmlformats.org/officeDocument/2006/relationships/hyperlink" Target="https://medlatec.vn/tin-tuc/dau-hieu-tram-cam-va-nhung-thong-tin-ve-benh-ly-s195-n18356" TargetMode="External"/><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hyperlink" Target="https://www.pythonprog.com/sklearn-preprocessing-minmaxscaler/" TargetMode="External"/><Relationship Id="rId5" Type="http://schemas.openxmlformats.org/officeDocument/2006/relationships/hyperlink" Target="https://tramcam.org/7-nguyen-nhan-chinh-gay-tram-cam" TargetMode="External"/><Relationship Id="rId4" Type="http://schemas.openxmlformats.org/officeDocument/2006/relationships/hyperlink" Target="https://tambinh.vn/tram-cam-co-tu-khoi-duoc-khong/?srsltid=AfmBOopkB2-1Bu6DTg3gDab0Xb0fuqdSyAW9edqt-ojCNIsvK1twkUZj"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3"/>
          <p:cNvSpPr txBox="1">
            <a:spLocks noGrp="1"/>
          </p:cNvSpPr>
          <p:nvPr>
            <p:ph type="ctrTitle"/>
          </p:nvPr>
        </p:nvSpPr>
        <p:spPr>
          <a:xfrm>
            <a:off x="1950981" y="1700309"/>
            <a:ext cx="5242037" cy="15372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vi" dirty="0">
                <a:latin typeface="Times New Roman"/>
                <a:ea typeface="Times New Roman"/>
                <a:cs typeface="Times New Roman"/>
                <a:sym typeface="Times New Roman"/>
              </a:rPr>
              <a:t>Predicting depression</a:t>
            </a:r>
            <a:endParaRPr dirty="0">
              <a:latin typeface="Times New Roman"/>
              <a:ea typeface="Times New Roman"/>
              <a:cs typeface="Times New Roman"/>
              <a:sym typeface="Times New Roman"/>
            </a:endParaRPr>
          </a:p>
          <a:p>
            <a:pPr marL="0" lvl="0" indent="0" algn="ctr" rtl="0">
              <a:spcBef>
                <a:spcPts val="0"/>
              </a:spcBef>
              <a:spcAft>
                <a:spcPts val="0"/>
              </a:spcAft>
              <a:buNone/>
            </a:pPr>
            <a:endParaRPr dirty="0">
              <a:latin typeface="Times New Roman"/>
              <a:ea typeface="Times New Roman"/>
              <a:cs typeface="Times New Roman"/>
              <a:sym typeface="Times New Roman"/>
            </a:endParaRPr>
          </a:p>
        </p:txBody>
      </p:sp>
      <p:sp>
        <p:nvSpPr>
          <p:cNvPr id="63" name="Google Shape;63;p13"/>
          <p:cNvSpPr txBox="1">
            <a:spLocks noGrp="1"/>
          </p:cNvSpPr>
          <p:nvPr>
            <p:ph type="subTitle" idx="1"/>
          </p:nvPr>
        </p:nvSpPr>
        <p:spPr>
          <a:xfrm>
            <a:off x="2176530" y="3017546"/>
            <a:ext cx="4784501" cy="701400"/>
          </a:xfrm>
          <a:prstGeom prst="rect">
            <a:avLst/>
          </a:prstGeom>
        </p:spPr>
        <p:txBody>
          <a:bodyPr spcFirstLastPara="1" wrap="square" lIns="91425" tIns="91425" rIns="91425" bIns="91425" anchor="t" anchorCtr="0">
            <a:normAutofit fontScale="92500" lnSpcReduction="20000"/>
          </a:bodyPr>
          <a:lstStyle/>
          <a:p>
            <a:pPr marL="0" lvl="0" indent="0" algn="ctr" rtl="0">
              <a:lnSpc>
                <a:spcPct val="150000"/>
              </a:lnSpc>
              <a:spcBef>
                <a:spcPts val="0"/>
              </a:spcBef>
              <a:spcAft>
                <a:spcPts val="0"/>
              </a:spcAft>
              <a:buNone/>
            </a:pPr>
            <a:r>
              <a:rPr lang="en-US" sz="1400" dirty="0" err="1">
                <a:latin typeface="Times New Roman"/>
                <a:ea typeface="Times New Roman"/>
                <a:cs typeface="Times New Roman"/>
                <a:sym typeface="Times New Roman"/>
              </a:rPr>
              <a:t>Trình</a:t>
            </a:r>
            <a:r>
              <a:rPr lang="en-US" sz="1400" dirty="0">
                <a:latin typeface="Times New Roman"/>
                <a:ea typeface="Times New Roman"/>
                <a:cs typeface="Times New Roman"/>
                <a:sym typeface="Times New Roman"/>
              </a:rPr>
              <a:t> </a:t>
            </a:r>
            <a:r>
              <a:rPr lang="en-US" sz="1400" dirty="0" err="1">
                <a:latin typeface="Times New Roman"/>
                <a:ea typeface="Times New Roman"/>
                <a:cs typeface="Times New Roman"/>
                <a:sym typeface="Times New Roman"/>
              </a:rPr>
              <a:t>bày</a:t>
            </a:r>
            <a:r>
              <a:rPr lang="en-US" sz="1400" dirty="0">
                <a:latin typeface="Times New Roman"/>
                <a:ea typeface="Times New Roman"/>
                <a:cs typeface="Times New Roman"/>
                <a:sym typeface="Times New Roman"/>
              </a:rPr>
              <a:t>: Nguyễn </a:t>
            </a:r>
            <a:r>
              <a:rPr lang="en-US" sz="1400" dirty="0" err="1">
                <a:latin typeface="Times New Roman"/>
                <a:ea typeface="Times New Roman"/>
                <a:cs typeface="Times New Roman"/>
                <a:sym typeface="Times New Roman"/>
              </a:rPr>
              <a:t>Trần</a:t>
            </a:r>
            <a:r>
              <a:rPr lang="en-US" sz="1400" dirty="0">
                <a:latin typeface="Times New Roman"/>
                <a:ea typeface="Times New Roman"/>
                <a:cs typeface="Times New Roman"/>
                <a:sym typeface="Times New Roman"/>
              </a:rPr>
              <a:t> Kiên</a:t>
            </a:r>
          </a:p>
          <a:p>
            <a:pPr marL="0" lvl="0" indent="0" algn="ctr" rtl="0">
              <a:lnSpc>
                <a:spcPct val="150000"/>
              </a:lnSpc>
              <a:spcBef>
                <a:spcPts val="0"/>
              </a:spcBef>
              <a:spcAft>
                <a:spcPts val="0"/>
              </a:spcAft>
              <a:buNone/>
            </a:pPr>
            <a:r>
              <a:rPr lang="en-US" sz="1400" dirty="0" err="1">
                <a:latin typeface="Times New Roman"/>
                <a:ea typeface="Times New Roman"/>
                <a:cs typeface="Times New Roman"/>
                <a:sym typeface="Times New Roman"/>
              </a:rPr>
              <a:t>Giảng</a:t>
            </a:r>
            <a:r>
              <a:rPr lang="en-US" sz="1400" dirty="0">
                <a:latin typeface="Times New Roman"/>
                <a:ea typeface="Times New Roman"/>
                <a:cs typeface="Times New Roman"/>
                <a:sym typeface="Times New Roman"/>
              </a:rPr>
              <a:t> </a:t>
            </a:r>
            <a:r>
              <a:rPr lang="en-US" sz="1400" dirty="0" err="1">
                <a:latin typeface="Times New Roman"/>
                <a:ea typeface="Times New Roman"/>
                <a:cs typeface="Times New Roman"/>
                <a:sym typeface="Times New Roman"/>
              </a:rPr>
              <a:t>viên</a:t>
            </a:r>
            <a:r>
              <a:rPr lang="en-US" sz="1400" dirty="0">
                <a:latin typeface="Times New Roman"/>
                <a:ea typeface="Times New Roman"/>
                <a:cs typeface="Times New Roman"/>
                <a:sym typeface="Times New Roman"/>
              </a:rPr>
              <a:t> </a:t>
            </a:r>
            <a:r>
              <a:rPr lang="en-US" sz="1400" dirty="0" err="1">
                <a:latin typeface="Times New Roman"/>
                <a:ea typeface="Times New Roman"/>
                <a:cs typeface="Times New Roman"/>
                <a:sym typeface="Times New Roman"/>
              </a:rPr>
              <a:t>hướng</a:t>
            </a:r>
            <a:r>
              <a:rPr lang="en-US" sz="1400" dirty="0">
                <a:latin typeface="Times New Roman"/>
                <a:ea typeface="Times New Roman"/>
                <a:cs typeface="Times New Roman"/>
                <a:sym typeface="Times New Roman"/>
              </a:rPr>
              <a:t> </a:t>
            </a:r>
            <a:r>
              <a:rPr lang="en-US" sz="1400" dirty="0" err="1">
                <a:latin typeface="Times New Roman"/>
                <a:ea typeface="Times New Roman"/>
                <a:cs typeface="Times New Roman"/>
                <a:sym typeface="Times New Roman"/>
              </a:rPr>
              <a:t>dẫn</a:t>
            </a:r>
            <a:r>
              <a:rPr lang="en-US" sz="1400" dirty="0">
                <a:latin typeface="Times New Roman"/>
                <a:ea typeface="Times New Roman"/>
                <a:cs typeface="Times New Roman"/>
                <a:sym typeface="Times New Roman"/>
              </a:rPr>
              <a:t>: PGS.TS Nguyễn Văn Hậu </a:t>
            </a:r>
            <a:endParaRPr sz="1400" dirty="0">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4"/>
          <p:cNvSpPr txBox="1">
            <a:spLocks noGrp="1"/>
          </p:cNvSpPr>
          <p:nvPr>
            <p:ph type="title"/>
          </p:nvPr>
        </p:nvSpPr>
        <p:spPr>
          <a:xfrm>
            <a:off x="91075" y="0"/>
            <a:ext cx="8520600" cy="831300"/>
          </a:xfrm>
          <a:prstGeom prst="rect">
            <a:avLst/>
          </a:prstGeom>
        </p:spPr>
        <p:txBody>
          <a:bodyPr spcFirstLastPara="1" wrap="square" lIns="91425" tIns="91425" rIns="91425" bIns="91425" anchor="b" anchorCtr="0">
            <a:normAutofit/>
          </a:bodyPr>
          <a:lstStyle/>
          <a:p>
            <a:pPr marL="6350" lvl="0" algn="l" rtl="0">
              <a:spcBef>
                <a:spcPts val="0"/>
              </a:spcBef>
              <a:spcAft>
                <a:spcPts val="0"/>
              </a:spcAft>
              <a:buSzPts val="3500"/>
            </a:pPr>
            <a:r>
              <a:rPr lang="en-US" sz="2400" dirty="0">
                <a:latin typeface="Times New Roman"/>
                <a:ea typeface="Times New Roman"/>
                <a:cs typeface="Times New Roman"/>
                <a:sym typeface="Times New Roman"/>
              </a:rPr>
              <a:t>1. </a:t>
            </a:r>
            <a:r>
              <a:rPr lang="vi" sz="2400" dirty="0">
                <a:latin typeface="Times New Roman"/>
                <a:ea typeface="Times New Roman"/>
                <a:cs typeface="Times New Roman"/>
                <a:sym typeface="Times New Roman"/>
              </a:rPr>
              <a:t>Trầm cảm là gì</a:t>
            </a:r>
            <a:endParaRPr sz="2400" dirty="0">
              <a:latin typeface="Times New Roman"/>
              <a:ea typeface="Times New Roman"/>
              <a:cs typeface="Times New Roman"/>
              <a:sym typeface="Times New Roman"/>
            </a:endParaRPr>
          </a:p>
        </p:txBody>
      </p:sp>
      <p:sp>
        <p:nvSpPr>
          <p:cNvPr id="69" name="Google Shape;69;p14"/>
          <p:cNvSpPr txBox="1">
            <a:spLocks noGrp="1"/>
          </p:cNvSpPr>
          <p:nvPr>
            <p:ph type="body" idx="1"/>
          </p:nvPr>
        </p:nvSpPr>
        <p:spPr>
          <a:xfrm>
            <a:off x="160000" y="831300"/>
            <a:ext cx="8520600" cy="33540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vi" sz="1400" dirty="0">
                <a:latin typeface="Times New Roman" panose="02020603050405020304" pitchFamily="18" charset="0"/>
                <a:cs typeface="Times New Roman" panose="02020603050405020304" pitchFamily="18" charset="0"/>
              </a:rPr>
              <a:t>Trầm cảm (depression) là một rối loạn tâm lý đặc trưng bởi cảm giác buồn bã kéo dài, mất hứng thú với các hoạt động hàng ngày, và có thể đi kèm với các triệu chứng như mệt mỏi, mất ngủ (hoặc ngủ quá nhiều), thay đổi khẩu vị, khó tập trung, và thậm chí có suy nghĩ tự tử.</a:t>
            </a:r>
            <a:endParaRPr sz="1400" dirty="0">
              <a:latin typeface="Times New Roman" panose="02020603050405020304" pitchFamily="18" charset="0"/>
              <a:cs typeface="Times New Roman" panose="02020603050405020304" pitchFamily="18" charset="0"/>
            </a:endParaRPr>
          </a:p>
        </p:txBody>
      </p:sp>
      <p:pic>
        <p:nvPicPr>
          <p:cNvPr id="70" name="Google Shape;70;p14"/>
          <p:cNvPicPr preferRelativeResize="0"/>
          <p:nvPr/>
        </p:nvPicPr>
        <p:blipFill>
          <a:blip r:embed="rId3">
            <a:alphaModFix/>
          </a:blip>
          <a:stretch>
            <a:fillRect/>
          </a:stretch>
        </p:blipFill>
        <p:spPr>
          <a:xfrm>
            <a:off x="1943988" y="1694500"/>
            <a:ext cx="4181925" cy="2782875"/>
          </a:xfrm>
          <a:prstGeom prst="rect">
            <a:avLst/>
          </a:prstGeom>
          <a:noFill/>
          <a:ln>
            <a:noFill/>
          </a:ln>
        </p:spPr>
      </p:pic>
      <p:sp>
        <p:nvSpPr>
          <p:cNvPr id="71" name="Google Shape;71;p14"/>
          <p:cNvSpPr txBox="1"/>
          <p:nvPr/>
        </p:nvSpPr>
        <p:spPr>
          <a:xfrm>
            <a:off x="3364294" y="4477375"/>
            <a:ext cx="4727100" cy="488117"/>
          </a:xfrm>
          <a:prstGeom prst="rect">
            <a:avLst/>
          </a:prstGeom>
          <a:noFill/>
          <a:ln>
            <a:noFill/>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US" sz="1450" dirty="0">
                <a:solidFill>
                  <a:schemeClr val="dk1"/>
                </a:solidFill>
                <a:highlight>
                  <a:schemeClr val="lt1"/>
                </a:highlight>
                <a:latin typeface="Times New Roman" panose="02020603050405020304" pitchFamily="18" charset="0"/>
                <a:ea typeface="Courier New"/>
                <a:cs typeface="Times New Roman" panose="02020603050405020304" pitchFamily="18" charset="0"/>
                <a:sym typeface="Courier New"/>
              </a:rPr>
              <a:t>B</a:t>
            </a:r>
            <a:r>
              <a:rPr lang="vi" sz="1450" dirty="0">
                <a:solidFill>
                  <a:schemeClr val="dk1"/>
                </a:solidFill>
                <a:highlight>
                  <a:schemeClr val="lt1"/>
                </a:highlight>
                <a:latin typeface="Times New Roman" panose="02020603050405020304" pitchFamily="18" charset="0"/>
                <a:ea typeface="Courier New"/>
                <a:cs typeface="Times New Roman" panose="02020603050405020304" pitchFamily="18" charset="0"/>
                <a:sym typeface="Courier New"/>
              </a:rPr>
              <a:t>ệnh trầm cảm [1]</a:t>
            </a:r>
            <a:endParaRPr sz="1450" dirty="0">
              <a:solidFill>
                <a:schemeClr val="dk1"/>
              </a:solidFill>
              <a:highlight>
                <a:schemeClr val="lt1"/>
              </a:highlight>
              <a:latin typeface="Times New Roman" panose="02020603050405020304" pitchFamily="18" charset="0"/>
              <a:ea typeface="Courier New"/>
              <a:cs typeface="Times New Roman" panose="02020603050405020304" pitchFamily="18" charset="0"/>
              <a:sym typeface="Courier New"/>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pic>
        <p:nvPicPr>
          <p:cNvPr id="78" name="Google Shape;78;p15"/>
          <p:cNvPicPr preferRelativeResize="0"/>
          <p:nvPr/>
        </p:nvPicPr>
        <p:blipFill>
          <a:blip r:embed="rId3">
            <a:alphaModFix/>
          </a:blip>
          <a:stretch>
            <a:fillRect/>
          </a:stretch>
        </p:blipFill>
        <p:spPr>
          <a:xfrm>
            <a:off x="849475" y="430175"/>
            <a:ext cx="7022650" cy="3783150"/>
          </a:xfrm>
          <a:prstGeom prst="rect">
            <a:avLst/>
          </a:prstGeom>
          <a:noFill/>
          <a:ln>
            <a:noFill/>
          </a:ln>
        </p:spPr>
      </p:pic>
      <p:sp>
        <p:nvSpPr>
          <p:cNvPr id="79" name="Google Shape;79;p15"/>
          <p:cNvSpPr txBox="1"/>
          <p:nvPr/>
        </p:nvSpPr>
        <p:spPr>
          <a:xfrm>
            <a:off x="3052413" y="4469266"/>
            <a:ext cx="4727100" cy="488117"/>
          </a:xfrm>
          <a:prstGeom prst="rect">
            <a:avLst/>
          </a:prstGeom>
          <a:noFill/>
          <a:ln>
            <a:noFill/>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vi" sz="1450" dirty="0">
                <a:solidFill>
                  <a:schemeClr val="dk1"/>
                </a:solidFill>
                <a:highlight>
                  <a:schemeClr val="lt1"/>
                </a:highlight>
                <a:latin typeface="Times New Roman" panose="02020603050405020304" pitchFamily="18" charset="0"/>
                <a:ea typeface="Courier New"/>
                <a:cs typeface="Times New Roman" panose="02020603050405020304" pitchFamily="18" charset="0"/>
                <a:sym typeface="Courier New"/>
              </a:rPr>
              <a:t>Triệu chứng bệnh trầm cảm</a:t>
            </a:r>
            <a:r>
              <a:rPr lang="en-US" sz="1450" dirty="0">
                <a:solidFill>
                  <a:schemeClr val="dk1"/>
                </a:solidFill>
                <a:highlight>
                  <a:schemeClr val="lt1"/>
                </a:highlight>
                <a:latin typeface="Times New Roman" panose="02020603050405020304" pitchFamily="18" charset="0"/>
                <a:ea typeface="Courier New"/>
                <a:cs typeface="Times New Roman" panose="02020603050405020304" pitchFamily="18" charset="0"/>
                <a:sym typeface="Courier New"/>
              </a:rPr>
              <a:t> [2]</a:t>
            </a:r>
            <a:r>
              <a:rPr lang="vi" sz="1450" dirty="0">
                <a:solidFill>
                  <a:schemeClr val="dk1"/>
                </a:solidFill>
                <a:highlight>
                  <a:schemeClr val="lt1"/>
                </a:highlight>
                <a:latin typeface="Times New Roman" panose="02020603050405020304" pitchFamily="18" charset="0"/>
                <a:ea typeface="Courier New"/>
                <a:cs typeface="Times New Roman" panose="02020603050405020304" pitchFamily="18" charset="0"/>
                <a:sym typeface="Courier New"/>
              </a:rPr>
              <a:t> </a:t>
            </a:r>
            <a:endParaRPr sz="1450" dirty="0">
              <a:solidFill>
                <a:schemeClr val="dk1"/>
              </a:solidFill>
              <a:highlight>
                <a:schemeClr val="lt1"/>
              </a:highlight>
              <a:latin typeface="Times New Roman" panose="02020603050405020304" pitchFamily="18" charset="0"/>
              <a:ea typeface="Courier New"/>
              <a:cs typeface="Times New Roman" panose="02020603050405020304" pitchFamily="18" charset="0"/>
              <a:sym typeface="Courier New"/>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6"/>
          <p:cNvSpPr txBox="1">
            <a:spLocks noGrp="1"/>
          </p:cNvSpPr>
          <p:nvPr>
            <p:ph type="title"/>
          </p:nvPr>
        </p:nvSpPr>
        <p:spPr>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endParaRPr/>
          </a:p>
        </p:txBody>
      </p:sp>
      <p:sp>
        <p:nvSpPr>
          <p:cNvPr id="85" name="Google Shape;85;p16"/>
          <p:cNvSpPr txBox="1">
            <a:spLocks noGrp="1"/>
          </p:cNvSpPr>
          <p:nvPr>
            <p:ph type="body" idx="1"/>
          </p:nvPr>
        </p:nvSpPr>
        <p:spPr>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86" name="Google Shape;86;p16"/>
          <p:cNvPicPr preferRelativeResize="0"/>
          <p:nvPr/>
        </p:nvPicPr>
        <p:blipFill>
          <a:blip r:embed="rId3">
            <a:alphaModFix/>
          </a:blip>
          <a:stretch>
            <a:fillRect/>
          </a:stretch>
        </p:blipFill>
        <p:spPr>
          <a:xfrm>
            <a:off x="1162100" y="455150"/>
            <a:ext cx="6157875" cy="4124075"/>
          </a:xfrm>
          <a:prstGeom prst="rect">
            <a:avLst/>
          </a:prstGeom>
          <a:noFill/>
          <a:ln>
            <a:noFill/>
          </a:ln>
        </p:spPr>
      </p:pic>
      <p:sp>
        <p:nvSpPr>
          <p:cNvPr id="87" name="Google Shape;87;p16"/>
          <p:cNvSpPr txBox="1"/>
          <p:nvPr/>
        </p:nvSpPr>
        <p:spPr>
          <a:xfrm>
            <a:off x="2346862" y="4579225"/>
            <a:ext cx="5116800" cy="488117"/>
          </a:xfrm>
          <a:prstGeom prst="rect">
            <a:avLst/>
          </a:prstGeom>
          <a:noFill/>
          <a:ln>
            <a:noFill/>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vi" sz="1450" dirty="0">
                <a:solidFill>
                  <a:schemeClr val="dk1"/>
                </a:solidFill>
                <a:highlight>
                  <a:schemeClr val="lt1"/>
                </a:highlight>
                <a:latin typeface="Times New Roman" panose="02020603050405020304" pitchFamily="18" charset="0"/>
                <a:ea typeface="Courier New"/>
                <a:cs typeface="Times New Roman" panose="02020603050405020304" pitchFamily="18" charset="0"/>
                <a:sym typeface="Courier New"/>
              </a:rPr>
              <a:t>Nguyên nhân gây ra bệnh trầm cảm [3]</a:t>
            </a:r>
            <a:endParaRPr sz="1450" dirty="0">
              <a:solidFill>
                <a:schemeClr val="dk1"/>
              </a:solidFill>
              <a:highlight>
                <a:schemeClr val="lt1"/>
              </a:highlight>
              <a:latin typeface="Times New Roman" panose="02020603050405020304" pitchFamily="18" charset="0"/>
              <a:ea typeface="Courier New"/>
              <a:cs typeface="Times New Roman" panose="02020603050405020304" pitchFamily="18" charset="0"/>
              <a:sym typeface="Courier New"/>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7"/>
          <p:cNvSpPr txBox="1">
            <a:spLocks noGrp="1"/>
          </p:cNvSpPr>
          <p:nvPr>
            <p:ph type="title"/>
          </p:nvPr>
        </p:nvSpPr>
        <p:spPr>
          <a:xfrm>
            <a:off x="185518" y="257637"/>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sz="2400" dirty="0">
                <a:latin typeface="Times New Roman" panose="02020603050405020304" pitchFamily="18" charset="0"/>
                <a:cs typeface="Times New Roman" panose="02020603050405020304" pitchFamily="18" charset="0"/>
              </a:rPr>
              <a:t>Tại sao cần dự đoán trầm cảm </a:t>
            </a:r>
            <a:endParaRPr sz="2400" dirty="0">
              <a:latin typeface="Times New Roman" panose="02020603050405020304" pitchFamily="18" charset="0"/>
              <a:cs typeface="Times New Roman" panose="02020603050405020304" pitchFamily="18" charset="0"/>
            </a:endParaRPr>
          </a:p>
        </p:txBody>
      </p:sp>
      <p:sp>
        <p:nvSpPr>
          <p:cNvPr id="93" name="Google Shape;93;p17"/>
          <p:cNvSpPr txBox="1">
            <a:spLocks noGrp="1"/>
          </p:cNvSpPr>
          <p:nvPr>
            <p:ph type="body" idx="1"/>
          </p:nvPr>
        </p:nvSpPr>
        <p:spPr>
          <a:xfrm>
            <a:off x="623400" y="1387714"/>
            <a:ext cx="8520600" cy="3354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vi" sz="1400" dirty="0">
                <a:latin typeface="Times New Roman" panose="02020603050405020304" pitchFamily="18" charset="0"/>
                <a:cs typeface="Times New Roman" panose="02020603050405020304" pitchFamily="18" charset="0"/>
              </a:rPr>
              <a:t>-  Phát hiện sớm để can thiệp kịp thời</a:t>
            </a:r>
            <a:endParaRPr sz="1400" dirty="0">
              <a:latin typeface="Times New Roman" panose="02020603050405020304" pitchFamily="18" charset="0"/>
              <a:cs typeface="Times New Roman" panose="02020603050405020304" pitchFamily="18" charset="0"/>
            </a:endParaRPr>
          </a:p>
          <a:p>
            <a:pPr marL="0" lvl="0" indent="0" algn="l" rtl="0">
              <a:spcBef>
                <a:spcPts val="1200"/>
              </a:spcBef>
              <a:spcAft>
                <a:spcPts val="0"/>
              </a:spcAft>
              <a:buNone/>
            </a:pPr>
            <a:r>
              <a:rPr lang="vi" sz="1400" dirty="0">
                <a:latin typeface="Times New Roman" panose="02020603050405020304" pitchFamily="18" charset="0"/>
                <a:cs typeface="Times New Roman" panose="02020603050405020304" pitchFamily="18" charset="0"/>
              </a:rPr>
              <a:t>-  Hỗ trợ cá nhân và cộng đồng</a:t>
            </a:r>
            <a:endParaRPr sz="1400" dirty="0">
              <a:latin typeface="Times New Roman" panose="02020603050405020304" pitchFamily="18" charset="0"/>
              <a:cs typeface="Times New Roman" panose="02020603050405020304" pitchFamily="18" charset="0"/>
            </a:endParaRPr>
          </a:p>
          <a:p>
            <a:pPr marL="0" lvl="0" indent="0" algn="l" rtl="0">
              <a:spcBef>
                <a:spcPts val="1200"/>
              </a:spcBef>
              <a:spcAft>
                <a:spcPts val="1200"/>
              </a:spcAft>
              <a:buNone/>
            </a:pPr>
            <a:r>
              <a:rPr lang="vi" sz="1400" dirty="0">
                <a:latin typeface="Times New Roman" panose="02020603050405020304" pitchFamily="18" charset="0"/>
                <a:cs typeface="Times New Roman" panose="02020603050405020304" pitchFamily="18" charset="0"/>
              </a:rPr>
              <a:t>-  Tỷ lệ mắc bệnh ngày càng cao</a:t>
            </a:r>
            <a:endParaRPr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8"/>
          <p:cNvSpPr txBox="1">
            <a:spLocks noGrp="1"/>
          </p:cNvSpPr>
          <p:nvPr>
            <p:ph type="title"/>
          </p:nvPr>
        </p:nvSpPr>
        <p:spPr>
          <a:xfrm>
            <a:off x="311700" y="205849"/>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sz="2400" dirty="0">
                <a:latin typeface="Times New Roman"/>
                <a:ea typeface="Times New Roman"/>
                <a:cs typeface="Times New Roman"/>
                <a:sym typeface="Times New Roman"/>
              </a:rPr>
              <a:t>2. Bộ dữ liệu</a:t>
            </a:r>
            <a:endParaRPr sz="2400" dirty="0">
              <a:latin typeface="Times New Roman"/>
              <a:ea typeface="Times New Roman"/>
              <a:cs typeface="Times New Roman"/>
              <a:sym typeface="Times New Roman"/>
            </a:endParaRPr>
          </a:p>
        </p:txBody>
      </p:sp>
      <p:pic>
        <p:nvPicPr>
          <p:cNvPr id="7" name="Picture 6">
            <a:extLst>
              <a:ext uri="{FF2B5EF4-FFF2-40B4-BE49-F238E27FC236}">
                <a16:creationId xmlns:a16="http://schemas.microsoft.com/office/drawing/2014/main" id="{C071E9D2-B87F-4E44-3E62-35674587BCBB}"/>
              </a:ext>
            </a:extLst>
          </p:cNvPr>
          <p:cNvPicPr>
            <a:picLocks noChangeAspect="1"/>
          </p:cNvPicPr>
          <p:nvPr/>
        </p:nvPicPr>
        <p:blipFill>
          <a:blip r:embed="rId3"/>
          <a:stretch>
            <a:fillRect/>
          </a:stretch>
        </p:blipFill>
        <p:spPr>
          <a:xfrm>
            <a:off x="2096280" y="1037149"/>
            <a:ext cx="4771135" cy="33143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D49A4-9D28-5197-E3B9-BA8968A7529D}"/>
              </a:ext>
            </a:extLst>
          </p:cNvPr>
          <p:cNvSpPr>
            <a:spLocks noGrp="1"/>
          </p:cNvSpPr>
          <p:nvPr>
            <p:ph type="title"/>
          </p:nvPr>
        </p:nvSpPr>
        <p:spPr>
          <a:xfrm>
            <a:off x="112078" y="58347"/>
            <a:ext cx="8520600" cy="831300"/>
          </a:xfrm>
        </p:spPr>
        <p:txBody>
          <a:bodyPr>
            <a:normAutofit/>
          </a:bodyPr>
          <a:lstStyle/>
          <a:p>
            <a:r>
              <a:rPr lang="en-US" sz="2400" dirty="0" err="1">
                <a:latin typeface="Times New Roman" panose="02020603050405020304" pitchFamily="18" charset="0"/>
                <a:cs typeface="Times New Roman" panose="02020603050405020304" pitchFamily="18" charset="0"/>
              </a:rPr>
              <a:t>Trực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dữ</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liệu</a:t>
            </a:r>
            <a:endParaRPr lang="vi-VN" sz="24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E139C5E2-BA4B-4A26-2746-6A2F1C40558A}"/>
              </a:ext>
            </a:extLst>
          </p:cNvPr>
          <p:cNvSpPr>
            <a:spLocks noGrp="1"/>
          </p:cNvSpPr>
          <p:nvPr>
            <p:ph type="body" idx="1"/>
          </p:nvPr>
        </p:nvSpPr>
        <p:spPr/>
        <p:txBody>
          <a:bodyPr/>
          <a:lstStyle/>
          <a:p>
            <a:endParaRPr lang="vi-VN" dirty="0"/>
          </a:p>
        </p:txBody>
      </p:sp>
      <p:pic>
        <p:nvPicPr>
          <p:cNvPr id="5" name="Picture 4">
            <a:extLst>
              <a:ext uri="{FF2B5EF4-FFF2-40B4-BE49-F238E27FC236}">
                <a16:creationId xmlns:a16="http://schemas.microsoft.com/office/drawing/2014/main" id="{C37254E9-7BB9-CE96-A08F-0BF815752A22}"/>
              </a:ext>
            </a:extLst>
          </p:cNvPr>
          <p:cNvPicPr>
            <a:picLocks noChangeAspect="1"/>
          </p:cNvPicPr>
          <p:nvPr/>
        </p:nvPicPr>
        <p:blipFill>
          <a:blip r:embed="rId2"/>
          <a:stretch>
            <a:fillRect/>
          </a:stretch>
        </p:blipFill>
        <p:spPr>
          <a:xfrm>
            <a:off x="824247" y="1098123"/>
            <a:ext cx="7643611" cy="3481102"/>
          </a:xfrm>
          <a:prstGeom prst="rect">
            <a:avLst/>
          </a:prstGeom>
        </p:spPr>
      </p:pic>
    </p:spTree>
    <p:extLst>
      <p:ext uri="{BB962C8B-B14F-4D97-AF65-F5344CB8AC3E}">
        <p14:creationId xmlns:p14="http://schemas.microsoft.com/office/powerpoint/2010/main" val="27637616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1B5051-86BB-DFA6-68DE-EA76CA47DF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EAA691-9FA1-319B-0632-8C762457D263}"/>
              </a:ext>
            </a:extLst>
          </p:cNvPr>
          <p:cNvSpPr>
            <a:spLocks noGrp="1"/>
          </p:cNvSpPr>
          <p:nvPr>
            <p:ph type="title"/>
          </p:nvPr>
        </p:nvSpPr>
        <p:spPr>
          <a:xfrm>
            <a:off x="112078" y="58347"/>
            <a:ext cx="8520600" cy="831300"/>
          </a:xfrm>
        </p:spPr>
        <p:txBody>
          <a:bodyPr>
            <a:normAutofit/>
          </a:bodyPr>
          <a:lstStyle/>
          <a:p>
            <a:r>
              <a:rPr lang="en-US" sz="2400" dirty="0" err="1">
                <a:latin typeface="Times New Roman" panose="02020603050405020304" pitchFamily="18" charset="0"/>
                <a:cs typeface="Times New Roman" panose="02020603050405020304" pitchFamily="18" charset="0"/>
              </a:rPr>
              <a:t>Trực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dữ</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liệu</a:t>
            </a:r>
            <a:endParaRPr lang="vi-VN" sz="24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72D7D50B-E1B3-69CB-9356-DEF9972228DB}"/>
              </a:ext>
            </a:extLst>
          </p:cNvPr>
          <p:cNvSpPr>
            <a:spLocks noGrp="1"/>
          </p:cNvSpPr>
          <p:nvPr>
            <p:ph type="body" idx="1"/>
          </p:nvPr>
        </p:nvSpPr>
        <p:spPr/>
        <p:txBody>
          <a:bodyPr/>
          <a:lstStyle/>
          <a:p>
            <a:endParaRPr lang="vi-VN" dirty="0"/>
          </a:p>
        </p:txBody>
      </p:sp>
      <p:pic>
        <p:nvPicPr>
          <p:cNvPr id="8" name="Picture 7">
            <a:extLst>
              <a:ext uri="{FF2B5EF4-FFF2-40B4-BE49-F238E27FC236}">
                <a16:creationId xmlns:a16="http://schemas.microsoft.com/office/drawing/2014/main" id="{0A5A70A1-F047-BEF9-A9C2-D36DCFD9B1E6}"/>
              </a:ext>
            </a:extLst>
          </p:cNvPr>
          <p:cNvPicPr>
            <a:picLocks noChangeAspect="1"/>
          </p:cNvPicPr>
          <p:nvPr/>
        </p:nvPicPr>
        <p:blipFill>
          <a:blip r:embed="rId2"/>
          <a:stretch>
            <a:fillRect/>
          </a:stretch>
        </p:blipFill>
        <p:spPr>
          <a:xfrm>
            <a:off x="1056067" y="1160988"/>
            <a:ext cx="7160654" cy="3261151"/>
          </a:xfrm>
          <a:prstGeom prst="rect">
            <a:avLst/>
          </a:prstGeom>
        </p:spPr>
      </p:pic>
    </p:spTree>
    <p:extLst>
      <p:ext uri="{BB962C8B-B14F-4D97-AF65-F5344CB8AC3E}">
        <p14:creationId xmlns:p14="http://schemas.microsoft.com/office/powerpoint/2010/main" val="38542957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2B620-CD09-79DB-429A-A9C9DDF1B2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63364C-5DE9-227A-9066-1241ED73E955}"/>
              </a:ext>
            </a:extLst>
          </p:cNvPr>
          <p:cNvSpPr>
            <a:spLocks noGrp="1"/>
          </p:cNvSpPr>
          <p:nvPr>
            <p:ph type="title"/>
          </p:nvPr>
        </p:nvSpPr>
        <p:spPr>
          <a:xfrm>
            <a:off x="112078" y="58347"/>
            <a:ext cx="8520600" cy="831300"/>
          </a:xfrm>
        </p:spPr>
        <p:txBody>
          <a:bodyPr>
            <a:normAutofit/>
          </a:bodyPr>
          <a:lstStyle/>
          <a:p>
            <a:r>
              <a:rPr lang="en-US" sz="2400" dirty="0" err="1">
                <a:latin typeface="Times New Roman" panose="02020603050405020304" pitchFamily="18" charset="0"/>
                <a:cs typeface="Times New Roman" panose="02020603050405020304" pitchFamily="18" charset="0"/>
              </a:rPr>
              <a:t>Trực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dữ</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liệu</a:t>
            </a:r>
            <a:endParaRPr lang="vi-VN" sz="24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3E642272-646B-0096-1E77-230F547EEF7C}"/>
              </a:ext>
            </a:extLst>
          </p:cNvPr>
          <p:cNvSpPr>
            <a:spLocks noGrp="1"/>
          </p:cNvSpPr>
          <p:nvPr>
            <p:ph type="body" idx="1"/>
          </p:nvPr>
        </p:nvSpPr>
        <p:spPr/>
        <p:txBody>
          <a:bodyPr/>
          <a:lstStyle/>
          <a:p>
            <a:endParaRPr lang="vi-VN" dirty="0"/>
          </a:p>
        </p:txBody>
      </p:sp>
      <p:pic>
        <p:nvPicPr>
          <p:cNvPr id="5" name="Picture 4">
            <a:extLst>
              <a:ext uri="{FF2B5EF4-FFF2-40B4-BE49-F238E27FC236}">
                <a16:creationId xmlns:a16="http://schemas.microsoft.com/office/drawing/2014/main" id="{322C7FD5-6983-6DAB-BB53-ECD99AA74084}"/>
              </a:ext>
            </a:extLst>
          </p:cNvPr>
          <p:cNvPicPr>
            <a:picLocks noChangeAspect="1"/>
          </p:cNvPicPr>
          <p:nvPr/>
        </p:nvPicPr>
        <p:blipFill>
          <a:blip r:embed="rId2"/>
          <a:stretch>
            <a:fillRect/>
          </a:stretch>
        </p:blipFill>
        <p:spPr>
          <a:xfrm>
            <a:off x="637973" y="951225"/>
            <a:ext cx="7610475" cy="3743325"/>
          </a:xfrm>
          <a:prstGeom prst="rect">
            <a:avLst/>
          </a:prstGeom>
        </p:spPr>
      </p:pic>
    </p:spTree>
    <p:extLst>
      <p:ext uri="{BB962C8B-B14F-4D97-AF65-F5344CB8AC3E}">
        <p14:creationId xmlns:p14="http://schemas.microsoft.com/office/powerpoint/2010/main" val="31896408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5"/>
          <p:cNvSpPr txBox="1">
            <a:spLocks noGrp="1"/>
          </p:cNvSpPr>
          <p:nvPr>
            <p:ph type="title"/>
          </p:nvPr>
        </p:nvSpPr>
        <p:spPr>
          <a:xfrm>
            <a:off x="311700" y="0"/>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sz="2400" dirty="0">
                <a:latin typeface="Times New Roman" panose="02020603050405020304" pitchFamily="18" charset="0"/>
                <a:cs typeface="Times New Roman" panose="02020603050405020304" pitchFamily="18" charset="0"/>
              </a:rPr>
              <a:t>3. Xử lí dữ liệu</a:t>
            </a:r>
            <a:endParaRPr sz="2400" dirty="0">
              <a:latin typeface="Times New Roman" panose="02020603050405020304" pitchFamily="18" charset="0"/>
              <a:cs typeface="Times New Roman" panose="02020603050405020304" pitchFamily="18" charset="0"/>
            </a:endParaRPr>
          </a:p>
        </p:txBody>
      </p:sp>
      <p:sp>
        <p:nvSpPr>
          <p:cNvPr id="158" name="Google Shape;158;p25"/>
          <p:cNvSpPr txBox="1">
            <a:spLocks noGrp="1"/>
          </p:cNvSpPr>
          <p:nvPr>
            <p:ph type="body" idx="1"/>
          </p:nvPr>
        </p:nvSpPr>
        <p:spPr>
          <a:xfrm>
            <a:off x="228875" y="831300"/>
            <a:ext cx="8520600" cy="3354000"/>
          </a:xfrm>
          <a:prstGeom prst="rect">
            <a:avLst/>
          </a:prstGeom>
        </p:spPr>
        <p:txBody>
          <a:bodyPr spcFirstLastPara="1" wrap="square" lIns="91425" tIns="91425" rIns="91425" bIns="91425" anchor="t" anchorCtr="0">
            <a:normAutofit/>
          </a:bodyPr>
          <a:lstStyle/>
          <a:p>
            <a:pPr marL="114300" lvl="0" indent="0" algn="l" rtl="0">
              <a:spcBef>
                <a:spcPts val="0"/>
              </a:spcBef>
              <a:spcAft>
                <a:spcPts val="0"/>
              </a:spcAft>
              <a:buSzPts val="1800"/>
              <a:buNone/>
            </a:pPr>
            <a:endParaRPr dirty="0"/>
          </a:p>
        </p:txBody>
      </p:sp>
      <p:pic>
        <p:nvPicPr>
          <p:cNvPr id="3" name="Picture 2">
            <a:extLst>
              <a:ext uri="{FF2B5EF4-FFF2-40B4-BE49-F238E27FC236}">
                <a16:creationId xmlns:a16="http://schemas.microsoft.com/office/drawing/2014/main" id="{871D4605-8524-9635-2379-F41667AF9044}"/>
              </a:ext>
            </a:extLst>
          </p:cNvPr>
          <p:cNvPicPr>
            <a:picLocks noChangeAspect="1"/>
          </p:cNvPicPr>
          <p:nvPr/>
        </p:nvPicPr>
        <p:blipFill>
          <a:blip r:embed="rId3"/>
          <a:stretch>
            <a:fillRect/>
          </a:stretch>
        </p:blipFill>
        <p:spPr>
          <a:xfrm>
            <a:off x="582112" y="1139588"/>
            <a:ext cx="4195847" cy="2864324"/>
          </a:xfrm>
          <a:prstGeom prst="rect">
            <a:avLst/>
          </a:prstGeom>
        </p:spPr>
      </p:pic>
      <p:pic>
        <p:nvPicPr>
          <p:cNvPr id="5" name="Picture 4">
            <a:extLst>
              <a:ext uri="{FF2B5EF4-FFF2-40B4-BE49-F238E27FC236}">
                <a16:creationId xmlns:a16="http://schemas.microsoft.com/office/drawing/2014/main" id="{746CF2E7-0A1B-37D2-BF30-BF8C4D4E9B18}"/>
              </a:ext>
            </a:extLst>
          </p:cNvPr>
          <p:cNvPicPr>
            <a:picLocks noChangeAspect="1"/>
          </p:cNvPicPr>
          <p:nvPr/>
        </p:nvPicPr>
        <p:blipFill>
          <a:blip r:embed="rId4"/>
          <a:stretch>
            <a:fillRect/>
          </a:stretch>
        </p:blipFill>
        <p:spPr>
          <a:xfrm>
            <a:off x="5131196" y="1131065"/>
            <a:ext cx="2815069" cy="296794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6">
          <a:extLst>
            <a:ext uri="{FF2B5EF4-FFF2-40B4-BE49-F238E27FC236}">
              <a16:creationId xmlns:a16="http://schemas.microsoft.com/office/drawing/2014/main" id="{B7058C8A-68A9-C6B5-2208-937E2004B641}"/>
            </a:ext>
          </a:extLst>
        </p:cNvPr>
        <p:cNvGrpSpPr/>
        <p:nvPr/>
      </p:nvGrpSpPr>
      <p:grpSpPr>
        <a:xfrm>
          <a:off x="0" y="0"/>
          <a:ext cx="0" cy="0"/>
          <a:chOff x="0" y="0"/>
          <a:chExt cx="0" cy="0"/>
        </a:xfrm>
      </p:grpSpPr>
      <p:sp>
        <p:nvSpPr>
          <p:cNvPr id="157" name="Google Shape;157;p25">
            <a:extLst>
              <a:ext uri="{FF2B5EF4-FFF2-40B4-BE49-F238E27FC236}">
                <a16:creationId xmlns:a16="http://schemas.microsoft.com/office/drawing/2014/main" id="{41EDD7F1-0E9A-8E0F-1A21-0C5A4024FD96}"/>
              </a:ext>
            </a:extLst>
          </p:cNvPr>
          <p:cNvSpPr txBox="1">
            <a:spLocks noGrp="1"/>
          </p:cNvSpPr>
          <p:nvPr>
            <p:ph type="title"/>
          </p:nvPr>
        </p:nvSpPr>
        <p:spPr>
          <a:xfrm>
            <a:off x="311700" y="0"/>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sz="2400" dirty="0">
                <a:latin typeface="Times New Roman" panose="02020603050405020304" pitchFamily="18" charset="0"/>
                <a:cs typeface="Times New Roman" panose="02020603050405020304" pitchFamily="18" charset="0"/>
              </a:rPr>
              <a:t>3. Xử lí dữ liệu</a:t>
            </a:r>
            <a:endParaRPr sz="2400" dirty="0">
              <a:latin typeface="Times New Roman" panose="02020603050405020304" pitchFamily="18" charset="0"/>
              <a:cs typeface="Times New Roman" panose="02020603050405020304" pitchFamily="18" charset="0"/>
            </a:endParaRPr>
          </a:p>
        </p:txBody>
      </p:sp>
      <p:sp>
        <p:nvSpPr>
          <p:cNvPr id="158" name="Google Shape;158;p25">
            <a:extLst>
              <a:ext uri="{FF2B5EF4-FFF2-40B4-BE49-F238E27FC236}">
                <a16:creationId xmlns:a16="http://schemas.microsoft.com/office/drawing/2014/main" id="{B630E5DC-F2CE-C0D2-B86D-1975A6A8BBCE}"/>
              </a:ext>
            </a:extLst>
          </p:cNvPr>
          <p:cNvSpPr txBox="1">
            <a:spLocks noGrp="1"/>
          </p:cNvSpPr>
          <p:nvPr>
            <p:ph type="body" idx="1"/>
          </p:nvPr>
        </p:nvSpPr>
        <p:spPr>
          <a:xfrm>
            <a:off x="228875" y="831300"/>
            <a:ext cx="8520600" cy="3354000"/>
          </a:xfrm>
          <a:prstGeom prst="rect">
            <a:avLst/>
          </a:prstGeom>
        </p:spPr>
        <p:txBody>
          <a:bodyPr spcFirstLastPara="1" wrap="square" lIns="91425" tIns="91425" rIns="91425" bIns="91425" anchor="t" anchorCtr="0">
            <a:normAutofit/>
          </a:bodyPr>
          <a:lstStyle/>
          <a:p>
            <a:pPr marL="114300" lvl="0" indent="0" algn="l" rtl="0">
              <a:spcBef>
                <a:spcPts val="0"/>
              </a:spcBef>
              <a:spcAft>
                <a:spcPts val="0"/>
              </a:spcAft>
              <a:buSzPts val="1800"/>
              <a:buNone/>
            </a:pPr>
            <a:endParaRPr dirty="0"/>
          </a:p>
        </p:txBody>
      </p:sp>
      <p:pic>
        <p:nvPicPr>
          <p:cNvPr id="7" name="Picture 6">
            <a:extLst>
              <a:ext uri="{FF2B5EF4-FFF2-40B4-BE49-F238E27FC236}">
                <a16:creationId xmlns:a16="http://schemas.microsoft.com/office/drawing/2014/main" id="{A83884ED-5B7F-F420-093C-7392D142F072}"/>
              </a:ext>
            </a:extLst>
          </p:cNvPr>
          <p:cNvPicPr>
            <a:picLocks noChangeAspect="1"/>
          </p:cNvPicPr>
          <p:nvPr/>
        </p:nvPicPr>
        <p:blipFill>
          <a:blip r:embed="rId3"/>
          <a:stretch>
            <a:fillRect/>
          </a:stretch>
        </p:blipFill>
        <p:spPr>
          <a:xfrm>
            <a:off x="980122" y="958200"/>
            <a:ext cx="6655341" cy="1820727"/>
          </a:xfrm>
          <a:prstGeom prst="rect">
            <a:avLst/>
          </a:prstGeom>
        </p:spPr>
      </p:pic>
      <p:pic>
        <p:nvPicPr>
          <p:cNvPr id="4" name="Picture 3">
            <a:extLst>
              <a:ext uri="{FF2B5EF4-FFF2-40B4-BE49-F238E27FC236}">
                <a16:creationId xmlns:a16="http://schemas.microsoft.com/office/drawing/2014/main" id="{E050DD93-864B-626B-390A-095C26697648}"/>
              </a:ext>
            </a:extLst>
          </p:cNvPr>
          <p:cNvPicPr>
            <a:picLocks noChangeAspect="1"/>
          </p:cNvPicPr>
          <p:nvPr/>
        </p:nvPicPr>
        <p:blipFill>
          <a:blip r:embed="rId4"/>
          <a:stretch>
            <a:fillRect/>
          </a:stretch>
        </p:blipFill>
        <p:spPr>
          <a:xfrm>
            <a:off x="980122" y="2952127"/>
            <a:ext cx="6655341" cy="1804585"/>
          </a:xfrm>
          <a:prstGeom prst="rect">
            <a:avLst/>
          </a:prstGeom>
        </p:spPr>
      </p:pic>
    </p:spTree>
    <p:extLst>
      <p:ext uri="{BB962C8B-B14F-4D97-AF65-F5344CB8AC3E}">
        <p14:creationId xmlns:p14="http://schemas.microsoft.com/office/powerpoint/2010/main" val="22281614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6">
          <a:extLst>
            <a:ext uri="{FF2B5EF4-FFF2-40B4-BE49-F238E27FC236}">
              <a16:creationId xmlns:a16="http://schemas.microsoft.com/office/drawing/2014/main" id="{1F44B2F7-9DF0-4CDB-76FC-0ECAE9F5EF1D}"/>
            </a:ext>
          </a:extLst>
        </p:cNvPr>
        <p:cNvGrpSpPr/>
        <p:nvPr/>
      </p:nvGrpSpPr>
      <p:grpSpPr>
        <a:xfrm>
          <a:off x="0" y="0"/>
          <a:ext cx="0" cy="0"/>
          <a:chOff x="0" y="0"/>
          <a:chExt cx="0" cy="0"/>
        </a:xfrm>
      </p:grpSpPr>
      <p:sp>
        <p:nvSpPr>
          <p:cNvPr id="157" name="Google Shape;157;p25">
            <a:extLst>
              <a:ext uri="{FF2B5EF4-FFF2-40B4-BE49-F238E27FC236}">
                <a16:creationId xmlns:a16="http://schemas.microsoft.com/office/drawing/2014/main" id="{05FC42AF-348B-C60A-4CD9-923B9BDFBD45}"/>
              </a:ext>
            </a:extLst>
          </p:cNvPr>
          <p:cNvSpPr txBox="1">
            <a:spLocks noGrp="1"/>
          </p:cNvSpPr>
          <p:nvPr>
            <p:ph type="title"/>
          </p:nvPr>
        </p:nvSpPr>
        <p:spPr>
          <a:xfrm>
            <a:off x="311700" y="0"/>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sz="2400" dirty="0">
                <a:latin typeface="Times New Roman" panose="02020603050405020304" pitchFamily="18" charset="0"/>
                <a:cs typeface="Times New Roman" panose="02020603050405020304" pitchFamily="18" charset="0"/>
              </a:rPr>
              <a:t>3. Xử lí dữ liệu</a:t>
            </a:r>
            <a:endParaRPr sz="2400" dirty="0">
              <a:latin typeface="Times New Roman" panose="02020603050405020304" pitchFamily="18" charset="0"/>
              <a:cs typeface="Times New Roman" panose="02020603050405020304" pitchFamily="18" charset="0"/>
            </a:endParaRPr>
          </a:p>
        </p:txBody>
      </p:sp>
      <p:sp>
        <p:nvSpPr>
          <p:cNvPr id="158" name="Google Shape;158;p25">
            <a:extLst>
              <a:ext uri="{FF2B5EF4-FFF2-40B4-BE49-F238E27FC236}">
                <a16:creationId xmlns:a16="http://schemas.microsoft.com/office/drawing/2014/main" id="{D75FAA7E-98AE-6C49-55E1-E1374498241C}"/>
              </a:ext>
            </a:extLst>
          </p:cNvPr>
          <p:cNvSpPr txBox="1">
            <a:spLocks noGrp="1"/>
          </p:cNvSpPr>
          <p:nvPr>
            <p:ph type="body" idx="1"/>
          </p:nvPr>
        </p:nvSpPr>
        <p:spPr>
          <a:xfrm>
            <a:off x="228875" y="831300"/>
            <a:ext cx="8520600" cy="3354000"/>
          </a:xfrm>
          <a:prstGeom prst="rect">
            <a:avLst/>
          </a:prstGeom>
        </p:spPr>
        <p:txBody>
          <a:bodyPr spcFirstLastPara="1" wrap="square" lIns="91425" tIns="91425" rIns="91425" bIns="91425" anchor="t" anchorCtr="0">
            <a:normAutofit/>
          </a:bodyPr>
          <a:lstStyle/>
          <a:p>
            <a:pPr marL="114300" lvl="0" indent="0" algn="l" rtl="0">
              <a:spcBef>
                <a:spcPts val="0"/>
              </a:spcBef>
              <a:spcAft>
                <a:spcPts val="0"/>
              </a:spcAft>
              <a:buSzPts val="1800"/>
              <a:buNone/>
            </a:pPr>
            <a:endParaRPr dirty="0"/>
          </a:p>
        </p:txBody>
      </p:sp>
      <p:pic>
        <p:nvPicPr>
          <p:cNvPr id="6" name="Picture 5">
            <a:extLst>
              <a:ext uri="{FF2B5EF4-FFF2-40B4-BE49-F238E27FC236}">
                <a16:creationId xmlns:a16="http://schemas.microsoft.com/office/drawing/2014/main" id="{00874F44-7D74-B0F3-313F-BC7F11C3C6E6}"/>
              </a:ext>
            </a:extLst>
          </p:cNvPr>
          <p:cNvPicPr>
            <a:picLocks noChangeAspect="1"/>
          </p:cNvPicPr>
          <p:nvPr/>
        </p:nvPicPr>
        <p:blipFill>
          <a:blip r:embed="rId3"/>
          <a:stretch>
            <a:fillRect/>
          </a:stretch>
        </p:blipFill>
        <p:spPr>
          <a:xfrm>
            <a:off x="748303" y="1116809"/>
            <a:ext cx="6810738" cy="1354497"/>
          </a:xfrm>
          <a:prstGeom prst="rect">
            <a:avLst/>
          </a:prstGeom>
        </p:spPr>
      </p:pic>
      <p:pic>
        <p:nvPicPr>
          <p:cNvPr id="11" name="Picture 10">
            <a:extLst>
              <a:ext uri="{FF2B5EF4-FFF2-40B4-BE49-F238E27FC236}">
                <a16:creationId xmlns:a16="http://schemas.microsoft.com/office/drawing/2014/main" id="{A0BEDC06-22D8-5120-75BC-F5D04A4AC0D8}"/>
              </a:ext>
            </a:extLst>
          </p:cNvPr>
          <p:cNvPicPr>
            <a:picLocks noChangeAspect="1"/>
          </p:cNvPicPr>
          <p:nvPr/>
        </p:nvPicPr>
        <p:blipFill>
          <a:blip r:embed="rId4"/>
          <a:stretch>
            <a:fillRect/>
          </a:stretch>
        </p:blipFill>
        <p:spPr>
          <a:xfrm>
            <a:off x="748303" y="2672195"/>
            <a:ext cx="6810738" cy="1400370"/>
          </a:xfrm>
          <a:prstGeom prst="rect">
            <a:avLst/>
          </a:prstGeom>
        </p:spPr>
      </p:pic>
    </p:spTree>
    <p:extLst>
      <p:ext uri="{BB962C8B-B14F-4D97-AF65-F5344CB8AC3E}">
        <p14:creationId xmlns:p14="http://schemas.microsoft.com/office/powerpoint/2010/main" val="16274563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5" name="Google Shape;105;p19"/>
          <p:cNvSpPr txBox="1">
            <a:spLocks noGrp="1"/>
          </p:cNvSpPr>
          <p:nvPr>
            <p:ph type="title"/>
          </p:nvPr>
        </p:nvSpPr>
        <p:spPr>
          <a:xfrm>
            <a:off x="311700" y="240663"/>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sz="2400" dirty="0">
                <a:latin typeface="Times New Roman"/>
                <a:ea typeface="Times New Roman"/>
                <a:cs typeface="Times New Roman"/>
                <a:sym typeface="Times New Roman"/>
              </a:rPr>
              <a:t>Tương quan dữ liệu</a:t>
            </a:r>
            <a:endParaRPr sz="2400" dirty="0">
              <a:latin typeface="Times New Roman"/>
              <a:ea typeface="Times New Roman"/>
              <a:cs typeface="Times New Roman"/>
              <a:sym typeface="Times New Roman"/>
            </a:endParaRPr>
          </a:p>
        </p:txBody>
      </p:sp>
      <p:pic>
        <p:nvPicPr>
          <p:cNvPr id="5" name="Picture 4">
            <a:extLst>
              <a:ext uri="{FF2B5EF4-FFF2-40B4-BE49-F238E27FC236}">
                <a16:creationId xmlns:a16="http://schemas.microsoft.com/office/drawing/2014/main" id="{08EDB85E-A3D3-F837-42F5-C4973E9841A0}"/>
              </a:ext>
            </a:extLst>
          </p:cNvPr>
          <p:cNvPicPr>
            <a:picLocks noChangeAspect="1"/>
          </p:cNvPicPr>
          <p:nvPr/>
        </p:nvPicPr>
        <p:blipFill>
          <a:blip r:embed="rId3"/>
          <a:stretch>
            <a:fillRect/>
          </a:stretch>
        </p:blipFill>
        <p:spPr>
          <a:xfrm>
            <a:off x="2820473" y="1245217"/>
            <a:ext cx="3177728" cy="332277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39BFB506-F2D0-D5AF-2551-AE5C1B2AC16F}"/>
            </a:ext>
          </a:extLst>
        </p:cNvPr>
        <p:cNvGrpSpPr/>
        <p:nvPr/>
      </p:nvGrpSpPr>
      <p:grpSpPr>
        <a:xfrm>
          <a:off x="0" y="0"/>
          <a:ext cx="0" cy="0"/>
          <a:chOff x="0" y="0"/>
          <a:chExt cx="0" cy="0"/>
        </a:xfrm>
      </p:grpSpPr>
      <p:sp>
        <p:nvSpPr>
          <p:cNvPr id="105" name="Google Shape;105;p19">
            <a:extLst>
              <a:ext uri="{FF2B5EF4-FFF2-40B4-BE49-F238E27FC236}">
                <a16:creationId xmlns:a16="http://schemas.microsoft.com/office/drawing/2014/main" id="{6EE662A3-A354-F6DB-BE05-6F6C74D4142D}"/>
              </a:ext>
            </a:extLst>
          </p:cNvPr>
          <p:cNvSpPr txBox="1">
            <a:spLocks noGrp="1"/>
          </p:cNvSpPr>
          <p:nvPr>
            <p:ph type="title"/>
          </p:nvPr>
        </p:nvSpPr>
        <p:spPr>
          <a:xfrm>
            <a:off x="118625" y="-125550"/>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sz="2400" dirty="0">
                <a:latin typeface="Times New Roman"/>
                <a:ea typeface="Times New Roman"/>
                <a:cs typeface="Times New Roman"/>
                <a:sym typeface="Times New Roman"/>
              </a:rPr>
              <a:t>Tương quan dữ liệu</a:t>
            </a:r>
            <a:endParaRPr sz="2400" dirty="0">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D7FD4E37-53F1-E879-CB5E-74184DC92658}"/>
              </a:ext>
            </a:extLst>
          </p:cNvPr>
          <p:cNvPicPr>
            <a:picLocks noChangeAspect="1"/>
          </p:cNvPicPr>
          <p:nvPr/>
        </p:nvPicPr>
        <p:blipFill>
          <a:blip r:embed="rId3"/>
          <a:stretch>
            <a:fillRect/>
          </a:stretch>
        </p:blipFill>
        <p:spPr>
          <a:xfrm>
            <a:off x="420711" y="1045421"/>
            <a:ext cx="4412463" cy="3320517"/>
          </a:xfrm>
          <a:prstGeom prst="rect">
            <a:avLst/>
          </a:prstGeom>
        </p:spPr>
      </p:pic>
      <p:pic>
        <p:nvPicPr>
          <p:cNvPr id="4" name="Picture 3">
            <a:extLst>
              <a:ext uri="{FF2B5EF4-FFF2-40B4-BE49-F238E27FC236}">
                <a16:creationId xmlns:a16="http://schemas.microsoft.com/office/drawing/2014/main" id="{15BBF015-477A-6EAE-D3AB-4E78C8696327}"/>
              </a:ext>
            </a:extLst>
          </p:cNvPr>
          <p:cNvPicPr>
            <a:picLocks noChangeAspect="1"/>
          </p:cNvPicPr>
          <p:nvPr/>
        </p:nvPicPr>
        <p:blipFill>
          <a:blip r:embed="rId4"/>
          <a:stretch>
            <a:fillRect/>
          </a:stretch>
        </p:blipFill>
        <p:spPr>
          <a:xfrm>
            <a:off x="4939616" y="797973"/>
            <a:ext cx="3989735" cy="3958644"/>
          </a:xfrm>
          <a:prstGeom prst="rect">
            <a:avLst/>
          </a:prstGeom>
        </p:spPr>
      </p:pic>
    </p:spTree>
    <p:extLst>
      <p:ext uri="{BB962C8B-B14F-4D97-AF65-F5344CB8AC3E}">
        <p14:creationId xmlns:p14="http://schemas.microsoft.com/office/powerpoint/2010/main" val="10214286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31E0CB8-63AB-C27A-4035-595C2DC29A55}"/>
            </a:ext>
          </a:extLst>
        </p:cNvPr>
        <p:cNvGrpSpPr/>
        <p:nvPr/>
      </p:nvGrpSpPr>
      <p:grpSpPr>
        <a:xfrm>
          <a:off x="0" y="0"/>
          <a:ext cx="0" cy="0"/>
          <a:chOff x="0" y="0"/>
          <a:chExt cx="0" cy="0"/>
        </a:xfrm>
      </p:grpSpPr>
      <p:sp>
        <p:nvSpPr>
          <p:cNvPr id="105" name="Google Shape;105;p19">
            <a:extLst>
              <a:ext uri="{FF2B5EF4-FFF2-40B4-BE49-F238E27FC236}">
                <a16:creationId xmlns:a16="http://schemas.microsoft.com/office/drawing/2014/main" id="{50EDF712-8996-3D80-218C-98B5B09FE7A4}"/>
              </a:ext>
            </a:extLst>
          </p:cNvPr>
          <p:cNvSpPr txBox="1">
            <a:spLocks noGrp="1"/>
          </p:cNvSpPr>
          <p:nvPr>
            <p:ph type="title"/>
          </p:nvPr>
        </p:nvSpPr>
        <p:spPr>
          <a:xfrm>
            <a:off x="118625" y="-125550"/>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sz="2400" dirty="0">
                <a:latin typeface="Times New Roman"/>
                <a:ea typeface="Times New Roman"/>
                <a:cs typeface="Times New Roman"/>
                <a:sym typeface="Times New Roman"/>
              </a:rPr>
              <a:t>Tương quan dữ liệu</a:t>
            </a:r>
            <a:endParaRPr sz="2400" dirty="0">
              <a:latin typeface="Times New Roman"/>
              <a:ea typeface="Times New Roman"/>
              <a:cs typeface="Times New Roman"/>
              <a:sym typeface="Times New Roman"/>
            </a:endParaRPr>
          </a:p>
        </p:txBody>
      </p:sp>
      <p:pic>
        <p:nvPicPr>
          <p:cNvPr id="2" name="Picture 1">
            <a:extLst>
              <a:ext uri="{FF2B5EF4-FFF2-40B4-BE49-F238E27FC236}">
                <a16:creationId xmlns:a16="http://schemas.microsoft.com/office/drawing/2014/main" id="{4D914F89-FF55-F572-3273-0E6EAC59D196}"/>
              </a:ext>
            </a:extLst>
          </p:cNvPr>
          <p:cNvPicPr>
            <a:picLocks noChangeAspect="1"/>
          </p:cNvPicPr>
          <p:nvPr/>
        </p:nvPicPr>
        <p:blipFill>
          <a:blip r:embed="rId3"/>
          <a:stretch>
            <a:fillRect/>
          </a:stretch>
        </p:blipFill>
        <p:spPr>
          <a:xfrm>
            <a:off x="1403797" y="909953"/>
            <a:ext cx="6529589" cy="3907158"/>
          </a:xfrm>
          <a:prstGeom prst="rect">
            <a:avLst/>
          </a:prstGeom>
        </p:spPr>
      </p:pic>
    </p:spTree>
    <p:extLst>
      <p:ext uri="{BB962C8B-B14F-4D97-AF65-F5344CB8AC3E}">
        <p14:creationId xmlns:p14="http://schemas.microsoft.com/office/powerpoint/2010/main" val="41883811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49D7E892-A207-E968-ADE5-71EF70DD9458}"/>
            </a:ext>
          </a:extLst>
        </p:cNvPr>
        <p:cNvGrpSpPr/>
        <p:nvPr/>
      </p:nvGrpSpPr>
      <p:grpSpPr>
        <a:xfrm>
          <a:off x="0" y="0"/>
          <a:ext cx="0" cy="0"/>
          <a:chOff x="0" y="0"/>
          <a:chExt cx="0" cy="0"/>
        </a:xfrm>
      </p:grpSpPr>
      <p:sp>
        <p:nvSpPr>
          <p:cNvPr id="105" name="Google Shape;105;p19">
            <a:extLst>
              <a:ext uri="{FF2B5EF4-FFF2-40B4-BE49-F238E27FC236}">
                <a16:creationId xmlns:a16="http://schemas.microsoft.com/office/drawing/2014/main" id="{1328AB9C-3859-F967-0AAC-25C0C52C8CA7}"/>
              </a:ext>
            </a:extLst>
          </p:cNvPr>
          <p:cNvSpPr txBox="1">
            <a:spLocks noGrp="1"/>
          </p:cNvSpPr>
          <p:nvPr>
            <p:ph type="title"/>
          </p:nvPr>
        </p:nvSpPr>
        <p:spPr>
          <a:xfrm>
            <a:off x="118625" y="-125550"/>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sz="2400" dirty="0">
                <a:latin typeface="Times New Roman"/>
                <a:ea typeface="Times New Roman"/>
                <a:cs typeface="Times New Roman"/>
                <a:sym typeface="Times New Roman"/>
              </a:rPr>
              <a:t>Tương quan dữ liệu</a:t>
            </a:r>
            <a:endParaRPr sz="2400" dirty="0">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CA80E77F-27AD-C5ED-6681-55D88F2DD159}"/>
              </a:ext>
            </a:extLst>
          </p:cNvPr>
          <p:cNvPicPr>
            <a:picLocks noChangeAspect="1"/>
          </p:cNvPicPr>
          <p:nvPr/>
        </p:nvPicPr>
        <p:blipFill>
          <a:blip r:embed="rId3"/>
          <a:stretch>
            <a:fillRect/>
          </a:stretch>
        </p:blipFill>
        <p:spPr>
          <a:xfrm>
            <a:off x="1296441" y="924720"/>
            <a:ext cx="6551117" cy="3564984"/>
          </a:xfrm>
          <a:prstGeom prst="rect">
            <a:avLst/>
          </a:prstGeom>
        </p:spPr>
      </p:pic>
    </p:spTree>
    <p:extLst>
      <p:ext uri="{BB962C8B-B14F-4D97-AF65-F5344CB8AC3E}">
        <p14:creationId xmlns:p14="http://schemas.microsoft.com/office/powerpoint/2010/main" val="6754248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883DCDA0-913E-62BE-376B-44AC4DD9DF2F}"/>
            </a:ext>
          </a:extLst>
        </p:cNvPr>
        <p:cNvGrpSpPr/>
        <p:nvPr/>
      </p:nvGrpSpPr>
      <p:grpSpPr>
        <a:xfrm>
          <a:off x="0" y="0"/>
          <a:ext cx="0" cy="0"/>
          <a:chOff x="0" y="0"/>
          <a:chExt cx="0" cy="0"/>
        </a:xfrm>
      </p:grpSpPr>
      <p:sp>
        <p:nvSpPr>
          <p:cNvPr id="105" name="Google Shape;105;p19">
            <a:extLst>
              <a:ext uri="{FF2B5EF4-FFF2-40B4-BE49-F238E27FC236}">
                <a16:creationId xmlns:a16="http://schemas.microsoft.com/office/drawing/2014/main" id="{BB5CE007-75A5-EDD7-F8A4-3234CD6C77EE}"/>
              </a:ext>
            </a:extLst>
          </p:cNvPr>
          <p:cNvSpPr txBox="1">
            <a:spLocks noGrp="1"/>
          </p:cNvSpPr>
          <p:nvPr>
            <p:ph type="title"/>
          </p:nvPr>
        </p:nvSpPr>
        <p:spPr>
          <a:xfrm>
            <a:off x="118625" y="-125550"/>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sz="2400" dirty="0">
                <a:latin typeface="Times New Roman"/>
                <a:ea typeface="Times New Roman"/>
                <a:cs typeface="Times New Roman"/>
                <a:sym typeface="Times New Roman"/>
              </a:rPr>
              <a:t>Tương quan dữ liệu</a:t>
            </a:r>
            <a:endParaRPr sz="2400" dirty="0">
              <a:latin typeface="Times New Roman"/>
              <a:ea typeface="Times New Roman"/>
              <a:cs typeface="Times New Roman"/>
              <a:sym typeface="Times New Roman"/>
            </a:endParaRPr>
          </a:p>
        </p:txBody>
      </p:sp>
      <p:pic>
        <p:nvPicPr>
          <p:cNvPr id="6" name="Picture 5">
            <a:extLst>
              <a:ext uri="{FF2B5EF4-FFF2-40B4-BE49-F238E27FC236}">
                <a16:creationId xmlns:a16="http://schemas.microsoft.com/office/drawing/2014/main" id="{6295CC69-0CF5-4752-65E5-EC640E929581}"/>
              </a:ext>
            </a:extLst>
          </p:cNvPr>
          <p:cNvPicPr>
            <a:picLocks noChangeAspect="1"/>
          </p:cNvPicPr>
          <p:nvPr/>
        </p:nvPicPr>
        <p:blipFill>
          <a:blip r:embed="rId3"/>
          <a:stretch>
            <a:fillRect/>
          </a:stretch>
        </p:blipFill>
        <p:spPr>
          <a:xfrm>
            <a:off x="1532965" y="1004776"/>
            <a:ext cx="5383376" cy="3234412"/>
          </a:xfrm>
          <a:prstGeom prst="rect">
            <a:avLst/>
          </a:prstGeom>
        </p:spPr>
      </p:pic>
    </p:spTree>
    <p:extLst>
      <p:ext uri="{BB962C8B-B14F-4D97-AF65-F5344CB8AC3E}">
        <p14:creationId xmlns:p14="http://schemas.microsoft.com/office/powerpoint/2010/main" val="6667277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58DBDC3-E4D2-B934-8A7F-7FFB7E84A08F}"/>
              </a:ext>
            </a:extLst>
          </p:cNvPr>
          <p:cNvPicPr>
            <a:picLocks noChangeAspect="1"/>
          </p:cNvPicPr>
          <p:nvPr/>
        </p:nvPicPr>
        <p:blipFill>
          <a:blip r:embed="rId2"/>
          <a:stretch>
            <a:fillRect/>
          </a:stretch>
        </p:blipFill>
        <p:spPr>
          <a:xfrm>
            <a:off x="81015" y="837127"/>
            <a:ext cx="8981969" cy="1526314"/>
          </a:xfrm>
          <a:prstGeom prst="rect">
            <a:avLst/>
          </a:prstGeom>
        </p:spPr>
      </p:pic>
      <p:pic>
        <p:nvPicPr>
          <p:cNvPr id="7" name="Picture 6">
            <a:extLst>
              <a:ext uri="{FF2B5EF4-FFF2-40B4-BE49-F238E27FC236}">
                <a16:creationId xmlns:a16="http://schemas.microsoft.com/office/drawing/2014/main" id="{7B81FC2C-8823-2CAD-75A5-3CC653B37ED3}"/>
              </a:ext>
            </a:extLst>
          </p:cNvPr>
          <p:cNvPicPr>
            <a:picLocks noChangeAspect="1"/>
          </p:cNvPicPr>
          <p:nvPr/>
        </p:nvPicPr>
        <p:blipFill>
          <a:blip r:embed="rId3"/>
          <a:stretch>
            <a:fillRect/>
          </a:stretch>
        </p:blipFill>
        <p:spPr>
          <a:xfrm>
            <a:off x="81015" y="3076274"/>
            <a:ext cx="8981969" cy="1586204"/>
          </a:xfrm>
          <a:prstGeom prst="rect">
            <a:avLst/>
          </a:prstGeom>
        </p:spPr>
      </p:pic>
      <p:sp>
        <p:nvSpPr>
          <p:cNvPr id="8" name="TextBox 7">
            <a:extLst>
              <a:ext uri="{FF2B5EF4-FFF2-40B4-BE49-F238E27FC236}">
                <a16:creationId xmlns:a16="http://schemas.microsoft.com/office/drawing/2014/main" id="{D27F3758-D767-536F-9A03-2CE439DE51A3}"/>
              </a:ext>
            </a:extLst>
          </p:cNvPr>
          <p:cNvSpPr txBox="1"/>
          <p:nvPr/>
        </p:nvSpPr>
        <p:spPr>
          <a:xfrm>
            <a:off x="467931" y="2595394"/>
            <a:ext cx="6658377"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Sau </a:t>
            </a:r>
            <a:r>
              <a:rPr lang="en-US" dirty="0" err="1">
                <a:latin typeface="Times New Roman" panose="02020603050405020304" pitchFamily="18" charset="0"/>
                <a:cs typeface="Times New Roman" panose="02020603050405020304" pitchFamily="18" charset="0"/>
              </a:rPr>
              <a:t>mã</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hoá</a:t>
            </a:r>
            <a:endParaRPr lang="vi-VN"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852D732C-4994-2404-7F4D-C8F49B4828CC}"/>
              </a:ext>
            </a:extLst>
          </p:cNvPr>
          <p:cNvSpPr txBox="1"/>
          <p:nvPr/>
        </p:nvSpPr>
        <p:spPr>
          <a:xfrm>
            <a:off x="467932" y="379688"/>
            <a:ext cx="6658377" cy="369332"/>
          </a:xfrm>
          <a:prstGeom prst="rect">
            <a:avLst/>
          </a:prstGeom>
          <a:noFill/>
        </p:spPr>
        <p:txBody>
          <a:bodyPr wrap="square" rtlCol="0">
            <a:spAutoFit/>
          </a:bodyPr>
          <a:lstStyle/>
          <a:p>
            <a:r>
              <a:rPr lang="en-US" dirty="0" err="1">
                <a:latin typeface="Times New Roman" panose="02020603050405020304" pitchFamily="18" charset="0"/>
                <a:cs typeface="Times New Roman" panose="02020603050405020304" pitchFamily="18" charset="0"/>
              </a:rPr>
              <a:t>Trước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mã</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hoá</a:t>
            </a:r>
            <a:endParaRPr lang="vi-V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597396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BA0AC-BC10-56B3-403B-F1B847481564}"/>
              </a:ext>
            </a:extLst>
          </p:cNvPr>
          <p:cNvSpPr>
            <a:spLocks noGrp="1"/>
          </p:cNvSpPr>
          <p:nvPr>
            <p:ph type="title"/>
          </p:nvPr>
        </p:nvSpPr>
        <p:spPr>
          <a:xfrm>
            <a:off x="311700" y="148625"/>
            <a:ext cx="8520600" cy="831300"/>
          </a:xfrm>
        </p:spPr>
        <p:txBody>
          <a:bodyPr>
            <a:normAutofit/>
          </a:bodyPr>
          <a:lstStyle/>
          <a:p>
            <a:r>
              <a:rPr lang="en-US" sz="2400" dirty="0">
                <a:latin typeface="Times New Roman" panose="02020603050405020304" pitchFamily="18" charset="0"/>
                <a:cs typeface="Times New Roman" panose="02020603050405020304" pitchFamily="18" charset="0"/>
              </a:rPr>
              <a:t>4. </a:t>
            </a:r>
            <a:r>
              <a:rPr lang="en-US" sz="2400" dirty="0" err="1">
                <a:latin typeface="Times New Roman" panose="02020603050405020304" pitchFamily="18" charset="0"/>
                <a:cs typeface="Times New Roman" panose="02020603050405020304" pitchFamily="18" charset="0"/>
              </a:rPr>
              <a:t>Chuẩn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hoá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dữ</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liệu</a:t>
            </a:r>
            <a:endParaRPr lang="vi-VN" sz="24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FCC2821E-D7F0-59A4-30EC-9474BABA0339}"/>
              </a:ext>
            </a:extLst>
          </p:cNvPr>
          <p:cNvSpPr>
            <a:spLocks noGrp="1"/>
          </p:cNvSpPr>
          <p:nvPr>
            <p:ph type="body" idx="1"/>
          </p:nvPr>
        </p:nvSpPr>
        <p:spPr>
          <a:xfrm>
            <a:off x="311700" y="1122194"/>
            <a:ext cx="8520600" cy="3354000"/>
          </a:xfrm>
        </p:spPr>
        <p:txBody>
          <a:bodyPr/>
          <a:lstStyle/>
          <a:p>
            <a:r>
              <a:rPr lang="en-US" dirty="0" err="1"/>
              <a:t>MinMaxScaler</a:t>
            </a:r>
            <a:endParaRPr lang="vi-VN" dirty="0"/>
          </a:p>
        </p:txBody>
      </p:sp>
      <p:pic>
        <p:nvPicPr>
          <p:cNvPr id="1026" name="Picture 2" descr="Sklearn Preprocessing MinMaxScaler in Machine Learning">
            <a:extLst>
              <a:ext uri="{FF2B5EF4-FFF2-40B4-BE49-F238E27FC236}">
                <a16:creationId xmlns:a16="http://schemas.microsoft.com/office/drawing/2014/main" id="{A6B5259A-063C-52B4-CC26-B3AA5FCCFC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8647" y="1585457"/>
            <a:ext cx="5396248" cy="276838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0E9183B-5FE2-AAAF-3AC0-A19F9E4EEECC}"/>
              </a:ext>
            </a:extLst>
          </p:cNvPr>
          <p:cNvSpPr txBox="1"/>
          <p:nvPr/>
        </p:nvSpPr>
        <p:spPr>
          <a:xfrm>
            <a:off x="3670479" y="4476194"/>
            <a:ext cx="2099256" cy="338554"/>
          </a:xfrm>
          <a:prstGeom prst="rect">
            <a:avLst/>
          </a:prstGeom>
          <a:noFill/>
        </p:spPr>
        <p:txBody>
          <a:bodyPr wrap="square" rtlCol="0">
            <a:spAutoFit/>
          </a:bodyPr>
          <a:lstStyle/>
          <a:p>
            <a:r>
              <a:rPr lang="en-US" sz="1600" dirty="0" err="1">
                <a:latin typeface="Times New Roman" panose="02020603050405020304" pitchFamily="18" charset="0"/>
                <a:cs typeface="Times New Roman" panose="02020603050405020304" pitchFamily="18" charset="0"/>
              </a:rPr>
              <a:t>MinMaxScaler</a:t>
            </a:r>
            <a:r>
              <a:rPr lang="en-US" sz="1600" dirty="0">
                <a:latin typeface="Times New Roman" panose="02020603050405020304" pitchFamily="18" charset="0"/>
                <a:cs typeface="Times New Roman" panose="02020603050405020304" pitchFamily="18" charset="0"/>
              </a:rPr>
              <a:t> [4]</a:t>
            </a:r>
            <a:endParaRPr lang="vi-V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714480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30"/>
          <p:cNvSpPr txBox="1">
            <a:spLocks noGrp="1"/>
          </p:cNvSpPr>
          <p:nvPr>
            <p:ph type="title"/>
          </p:nvPr>
        </p:nvSpPr>
        <p:spPr>
          <a:xfrm>
            <a:off x="189351" y="0"/>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US" sz="2400" dirty="0">
                <a:latin typeface="Times New Roman" panose="02020603050405020304" pitchFamily="18" charset="0"/>
                <a:cs typeface="Times New Roman" panose="02020603050405020304" pitchFamily="18" charset="0"/>
              </a:rPr>
              <a:t>5</a:t>
            </a:r>
            <a:r>
              <a:rPr lang="vi"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Huấn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luyện</a:t>
            </a:r>
            <a:endParaRPr sz="2400" dirty="0">
              <a:latin typeface="Times New Roman" panose="02020603050405020304" pitchFamily="18" charset="0"/>
              <a:cs typeface="Times New Roman" panose="02020603050405020304" pitchFamily="18" charset="0"/>
            </a:endParaRPr>
          </a:p>
        </p:txBody>
      </p:sp>
      <p:sp>
        <p:nvSpPr>
          <p:cNvPr id="196" name="Google Shape;196;p30"/>
          <p:cNvSpPr txBox="1">
            <a:spLocks noGrp="1"/>
          </p:cNvSpPr>
          <p:nvPr>
            <p:ph type="body" idx="1"/>
          </p:nvPr>
        </p:nvSpPr>
        <p:spPr>
          <a:xfrm>
            <a:off x="311700" y="894750"/>
            <a:ext cx="8520600" cy="3354000"/>
          </a:xfrm>
          <a:prstGeom prst="rect">
            <a:avLst/>
          </a:prstGeom>
        </p:spPr>
        <p:txBody>
          <a:bodyPr spcFirstLastPara="1" wrap="square" lIns="91425" tIns="91425" rIns="91425" bIns="91425" anchor="t" anchorCtr="0">
            <a:normAutofit/>
          </a:bodyPr>
          <a:lstStyle/>
          <a:p>
            <a:pPr marL="0" lvl="0" indent="0" algn="l" rtl="0">
              <a:spcBef>
                <a:spcPts val="1200"/>
              </a:spcBef>
              <a:spcAft>
                <a:spcPts val="1200"/>
              </a:spcAft>
              <a:buNone/>
            </a:pPr>
            <a:r>
              <a:rPr lang="en-US" dirty="0"/>
              <a:t>1. Logistic Regression</a:t>
            </a:r>
          </a:p>
        </p:txBody>
      </p:sp>
      <p:pic>
        <p:nvPicPr>
          <p:cNvPr id="3" name="Picture 2">
            <a:extLst>
              <a:ext uri="{FF2B5EF4-FFF2-40B4-BE49-F238E27FC236}">
                <a16:creationId xmlns:a16="http://schemas.microsoft.com/office/drawing/2014/main" id="{0B553A9F-BEF2-E77A-8C6A-5C1D896B6AA6}"/>
              </a:ext>
            </a:extLst>
          </p:cNvPr>
          <p:cNvPicPr>
            <a:picLocks noChangeAspect="1"/>
          </p:cNvPicPr>
          <p:nvPr/>
        </p:nvPicPr>
        <p:blipFill>
          <a:blip r:embed="rId3"/>
          <a:stretch>
            <a:fillRect/>
          </a:stretch>
        </p:blipFill>
        <p:spPr>
          <a:xfrm>
            <a:off x="626653" y="1906073"/>
            <a:ext cx="3500153" cy="2406127"/>
          </a:xfrm>
          <a:prstGeom prst="rect">
            <a:avLst/>
          </a:prstGeom>
        </p:spPr>
      </p:pic>
      <p:pic>
        <p:nvPicPr>
          <p:cNvPr id="5" name="Picture 4">
            <a:extLst>
              <a:ext uri="{FF2B5EF4-FFF2-40B4-BE49-F238E27FC236}">
                <a16:creationId xmlns:a16="http://schemas.microsoft.com/office/drawing/2014/main" id="{A61E7226-BD0E-9ED8-F3EB-4D191A45312F}"/>
              </a:ext>
            </a:extLst>
          </p:cNvPr>
          <p:cNvPicPr>
            <a:picLocks noChangeAspect="1"/>
          </p:cNvPicPr>
          <p:nvPr/>
        </p:nvPicPr>
        <p:blipFill>
          <a:blip r:embed="rId4"/>
          <a:stretch>
            <a:fillRect/>
          </a:stretch>
        </p:blipFill>
        <p:spPr>
          <a:xfrm>
            <a:off x="4433288" y="1906073"/>
            <a:ext cx="3872806" cy="2374402"/>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C28AEAE0-1DFE-83B4-ECEB-FA43AE1F1CF6}"/>
            </a:ext>
          </a:extLst>
        </p:cNvPr>
        <p:cNvGrpSpPr/>
        <p:nvPr/>
      </p:nvGrpSpPr>
      <p:grpSpPr>
        <a:xfrm>
          <a:off x="0" y="0"/>
          <a:ext cx="0" cy="0"/>
          <a:chOff x="0" y="0"/>
          <a:chExt cx="0" cy="0"/>
        </a:xfrm>
      </p:grpSpPr>
      <p:sp>
        <p:nvSpPr>
          <p:cNvPr id="195" name="Google Shape;195;p30">
            <a:extLst>
              <a:ext uri="{FF2B5EF4-FFF2-40B4-BE49-F238E27FC236}">
                <a16:creationId xmlns:a16="http://schemas.microsoft.com/office/drawing/2014/main" id="{AB21A436-0818-AE6F-F37A-63C94B4B74AA}"/>
              </a:ext>
            </a:extLst>
          </p:cNvPr>
          <p:cNvSpPr txBox="1">
            <a:spLocks noGrp="1"/>
          </p:cNvSpPr>
          <p:nvPr>
            <p:ph type="title"/>
          </p:nvPr>
        </p:nvSpPr>
        <p:spPr>
          <a:xfrm>
            <a:off x="189351" y="0"/>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US" sz="2400" dirty="0">
                <a:latin typeface="Times New Roman" panose="02020603050405020304" pitchFamily="18" charset="0"/>
                <a:cs typeface="Times New Roman" panose="02020603050405020304" pitchFamily="18" charset="0"/>
              </a:rPr>
              <a:t>5</a:t>
            </a:r>
            <a:r>
              <a:rPr lang="vi"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Huấn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luyện</a:t>
            </a:r>
            <a:endParaRPr sz="2400" dirty="0">
              <a:latin typeface="Times New Roman" panose="02020603050405020304" pitchFamily="18" charset="0"/>
              <a:cs typeface="Times New Roman" panose="02020603050405020304" pitchFamily="18" charset="0"/>
            </a:endParaRPr>
          </a:p>
        </p:txBody>
      </p:sp>
      <p:sp>
        <p:nvSpPr>
          <p:cNvPr id="196" name="Google Shape;196;p30">
            <a:extLst>
              <a:ext uri="{FF2B5EF4-FFF2-40B4-BE49-F238E27FC236}">
                <a16:creationId xmlns:a16="http://schemas.microsoft.com/office/drawing/2014/main" id="{FB2D6B47-ABE1-C4A9-A033-DA71F62DFA2D}"/>
              </a:ext>
            </a:extLst>
          </p:cNvPr>
          <p:cNvSpPr txBox="1">
            <a:spLocks noGrp="1"/>
          </p:cNvSpPr>
          <p:nvPr>
            <p:ph type="body" idx="1"/>
          </p:nvPr>
        </p:nvSpPr>
        <p:spPr>
          <a:xfrm>
            <a:off x="311700" y="894750"/>
            <a:ext cx="8520600" cy="3354000"/>
          </a:xfrm>
          <a:prstGeom prst="rect">
            <a:avLst/>
          </a:prstGeom>
        </p:spPr>
        <p:txBody>
          <a:bodyPr spcFirstLastPara="1" wrap="square" lIns="91425" tIns="91425" rIns="91425" bIns="91425" anchor="t" anchorCtr="0">
            <a:normAutofit/>
          </a:bodyPr>
          <a:lstStyle/>
          <a:p>
            <a:pPr marL="0" lvl="0" indent="0">
              <a:spcBef>
                <a:spcPts val="1200"/>
              </a:spcBef>
              <a:spcAft>
                <a:spcPts val="1200"/>
              </a:spcAft>
              <a:buNone/>
            </a:pPr>
            <a:r>
              <a:rPr lang="en-US" sz="1400" dirty="0">
                <a:latin typeface="Times New Roman" panose="02020603050405020304" pitchFamily="18" charset="0"/>
                <a:cs typeface="Times New Roman" panose="02020603050405020304" pitchFamily="18" charset="0"/>
              </a:rPr>
              <a:t>2.</a:t>
            </a:r>
            <a:r>
              <a:rPr lang="vi" sz="1400" dirty="0">
                <a:latin typeface="Times New Roman" panose="02020603050405020304" pitchFamily="18" charset="0"/>
                <a:cs typeface="Times New Roman" panose="02020603050405020304" pitchFamily="18" charset="0"/>
              </a:rPr>
              <a:t> </a:t>
            </a:r>
            <a:r>
              <a:rPr lang="vi-VN" sz="1400" dirty="0">
                <a:latin typeface="Times New Roman" panose="02020603050405020304" pitchFamily="18" charset="0"/>
                <a:cs typeface="Times New Roman" panose="02020603050405020304" pitchFamily="18" charset="0"/>
              </a:rPr>
              <a:t>K-Nearest Neighbors</a:t>
            </a:r>
            <a:endParaRPr lang="en-US" sz="1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24FC6689-C234-C206-D782-7E861C24D7D6}"/>
              </a:ext>
            </a:extLst>
          </p:cNvPr>
          <p:cNvPicPr>
            <a:picLocks noChangeAspect="1"/>
          </p:cNvPicPr>
          <p:nvPr/>
        </p:nvPicPr>
        <p:blipFill>
          <a:blip r:embed="rId3"/>
          <a:stretch>
            <a:fillRect/>
          </a:stretch>
        </p:blipFill>
        <p:spPr>
          <a:xfrm>
            <a:off x="535884" y="1667814"/>
            <a:ext cx="3727023" cy="2644386"/>
          </a:xfrm>
          <a:prstGeom prst="rect">
            <a:avLst/>
          </a:prstGeom>
        </p:spPr>
      </p:pic>
      <p:pic>
        <p:nvPicPr>
          <p:cNvPr id="7" name="Picture 6">
            <a:extLst>
              <a:ext uri="{FF2B5EF4-FFF2-40B4-BE49-F238E27FC236}">
                <a16:creationId xmlns:a16="http://schemas.microsoft.com/office/drawing/2014/main" id="{95B3300E-E5B2-BBAD-090B-FD17541CE382}"/>
              </a:ext>
            </a:extLst>
          </p:cNvPr>
          <p:cNvPicPr>
            <a:picLocks noChangeAspect="1"/>
          </p:cNvPicPr>
          <p:nvPr/>
        </p:nvPicPr>
        <p:blipFill>
          <a:blip r:embed="rId4"/>
          <a:stretch>
            <a:fillRect/>
          </a:stretch>
        </p:blipFill>
        <p:spPr>
          <a:xfrm>
            <a:off x="4572000" y="1667814"/>
            <a:ext cx="3727023" cy="2644386"/>
          </a:xfrm>
          <a:prstGeom prst="rect">
            <a:avLst/>
          </a:prstGeom>
        </p:spPr>
      </p:pic>
    </p:spTree>
    <p:extLst>
      <p:ext uri="{BB962C8B-B14F-4D97-AF65-F5344CB8AC3E}">
        <p14:creationId xmlns:p14="http://schemas.microsoft.com/office/powerpoint/2010/main" val="8943866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85E093B6-C261-AF90-05C3-14C421C3BF94}"/>
            </a:ext>
          </a:extLst>
        </p:cNvPr>
        <p:cNvGrpSpPr/>
        <p:nvPr/>
      </p:nvGrpSpPr>
      <p:grpSpPr>
        <a:xfrm>
          <a:off x="0" y="0"/>
          <a:ext cx="0" cy="0"/>
          <a:chOff x="0" y="0"/>
          <a:chExt cx="0" cy="0"/>
        </a:xfrm>
      </p:grpSpPr>
      <p:sp>
        <p:nvSpPr>
          <p:cNvPr id="195" name="Google Shape;195;p30">
            <a:extLst>
              <a:ext uri="{FF2B5EF4-FFF2-40B4-BE49-F238E27FC236}">
                <a16:creationId xmlns:a16="http://schemas.microsoft.com/office/drawing/2014/main" id="{F588D060-7996-2A83-DF67-99C5B177D6F6}"/>
              </a:ext>
            </a:extLst>
          </p:cNvPr>
          <p:cNvSpPr txBox="1">
            <a:spLocks noGrp="1"/>
          </p:cNvSpPr>
          <p:nvPr>
            <p:ph type="title"/>
          </p:nvPr>
        </p:nvSpPr>
        <p:spPr>
          <a:xfrm>
            <a:off x="189351" y="0"/>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US" sz="2400" dirty="0">
                <a:latin typeface="Times New Roman" panose="02020603050405020304" pitchFamily="18" charset="0"/>
                <a:cs typeface="Times New Roman" panose="02020603050405020304" pitchFamily="18" charset="0"/>
              </a:rPr>
              <a:t>5</a:t>
            </a:r>
            <a:r>
              <a:rPr lang="vi"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Huấn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luyện</a:t>
            </a:r>
            <a:endParaRPr sz="2400" dirty="0">
              <a:latin typeface="Times New Roman" panose="02020603050405020304" pitchFamily="18" charset="0"/>
              <a:cs typeface="Times New Roman" panose="02020603050405020304" pitchFamily="18" charset="0"/>
            </a:endParaRPr>
          </a:p>
        </p:txBody>
      </p:sp>
      <p:sp>
        <p:nvSpPr>
          <p:cNvPr id="196" name="Google Shape;196;p30">
            <a:extLst>
              <a:ext uri="{FF2B5EF4-FFF2-40B4-BE49-F238E27FC236}">
                <a16:creationId xmlns:a16="http://schemas.microsoft.com/office/drawing/2014/main" id="{8E219FAE-07B5-B6A6-1DAC-519A8F82620C}"/>
              </a:ext>
            </a:extLst>
          </p:cNvPr>
          <p:cNvSpPr txBox="1">
            <a:spLocks noGrp="1"/>
          </p:cNvSpPr>
          <p:nvPr>
            <p:ph type="body" idx="1"/>
          </p:nvPr>
        </p:nvSpPr>
        <p:spPr>
          <a:xfrm>
            <a:off x="311700" y="894750"/>
            <a:ext cx="8520600" cy="3354000"/>
          </a:xfrm>
          <a:prstGeom prst="rect">
            <a:avLst/>
          </a:prstGeom>
        </p:spPr>
        <p:txBody>
          <a:bodyPr spcFirstLastPara="1" wrap="square" lIns="91425" tIns="91425" rIns="91425" bIns="91425" anchor="t" anchorCtr="0">
            <a:normAutofit/>
          </a:bodyPr>
          <a:lstStyle/>
          <a:p>
            <a:pPr marL="0" indent="0">
              <a:spcBef>
                <a:spcPts val="1200"/>
              </a:spcBef>
              <a:spcAft>
                <a:spcPts val="1200"/>
              </a:spcAft>
              <a:buNone/>
            </a:pPr>
            <a:r>
              <a:rPr lang="en-US" sz="1400" dirty="0">
                <a:latin typeface="Times New Roman" panose="02020603050405020304" pitchFamily="18" charset="0"/>
                <a:cs typeface="Times New Roman" panose="02020603050405020304" pitchFamily="18" charset="0"/>
              </a:rPr>
              <a:t>3.</a:t>
            </a:r>
            <a:r>
              <a:rPr lang="vi" sz="1400" dirty="0">
                <a:latin typeface="Times New Roman" panose="02020603050405020304" pitchFamily="18" charset="0"/>
                <a:cs typeface="Times New Roman" panose="02020603050405020304" pitchFamily="18" charset="0"/>
              </a:rPr>
              <a:t> </a:t>
            </a:r>
            <a:r>
              <a:rPr lang="vi-VN" sz="1400" dirty="0">
                <a:latin typeface="Times New Roman" panose="02020603050405020304" pitchFamily="18" charset="0"/>
                <a:cs typeface="Times New Roman" panose="02020603050405020304" pitchFamily="18" charset="0"/>
              </a:rPr>
              <a:t>Random Forest</a:t>
            </a:r>
          </a:p>
          <a:p>
            <a:pPr marL="0" lvl="0" indent="0">
              <a:spcBef>
                <a:spcPts val="1200"/>
              </a:spcBef>
              <a:spcAft>
                <a:spcPts val="1200"/>
              </a:spcAft>
              <a:buNone/>
            </a:pPr>
            <a:endParaRPr lang="en-US" sz="14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D0609B83-418D-CBC8-F9D3-CCE5BC805E1A}"/>
              </a:ext>
            </a:extLst>
          </p:cNvPr>
          <p:cNvPicPr>
            <a:picLocks noChangeAspect="1"/>
          </p:cNvPicPr>
          <p:nvPr/>
        </p:nvPicPr>
        <p:blipFill>
          <a:blip r:embed="rId3"/>
          <a:stretch>
            <a:fillRect/>
          </a:stretch>
        </p:blipFill>
        <p:spPr>
          <a:xfrm>
            <a:off x="388974" y="1667814"/>
            <a:ext cx="3727023" cy="2699897"/>
          </a:xfrm>
          <a:prstGeom prst="rect">
            <a:avLst/>
          </a:prstGeom>
        </p:spPr>
      </p:pic>
      <p:pic>
        <p:nvPicPr>
          <p:cNvPr id="6" name="Picture 5">
            <a:extLst>
              <a:ext uri="{FF2B5EF4-FFF2-40B4-BE49-F238E27FC236}">
                <a16:creationId xmlns:a16="http://schemas.microsoft.com/office/drawing/2014/main" id="{2F538F05-4CA9-BACA-EBB6-8C04EFAFD587}"/>
              </a:ext>
            </a:extLst>
          </p:cNvPr>
          <p:cNvPicPr>
            <a:picLocks noChangeAspect="1"/>
          </p:cNvPicPr>
          <p:nvPr/>
        </p:nvPicPr>
        <p:blipFill>
          <a:blip r:embed="rId4"/>
          <a:stretch>
            <a:fillRect/>
          </a:stretch>
        </p:blipFill>
        <p:spPr>
          <a:xfrm>
            <a:off x="4572000" y="1667814"/>
            <a:ext cx="4063110" cy="2699897"/>
          </a:xfrm>
          <a:prstGeom prst="rect">
            <a:avLst/>
          </a:prstGeom>
        </p:spPr>
      </p:pic>
    </p:spTree>
    <p:extLst>
      <p:ext uri="{BB962C8B-B14F-4D97-AF65-F5344CB8AC3E}">
        <p14:creationId xmlns:p14="http://schemas.microsoft.com/office/powerpoint/2010/main" val="15899071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33"/>
          <p:cNvSpPr txBox="1">
            <a:spLocks noGrp="1"/>
          </p:cNvSpPr>
          <p:nvPr>
            <p:ph type="title"/>
          </p:nvPr>
        </p:nvSpPr>
        <p:spPr>
          <a:xfrm>
            <a:off x="311700" y="212894"/>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US" dirty="0">
                <a:latin typeface="Times New Roman" panose="02020603050405020304" pitchFamily="18" charset="0"/>
                <a:cs typeface="Times New Roman" panose="02020603050405020304" pitchFamily="18" charset="0"/>
              </a:rPr>
              <a:t>References</a:t>
            </a:r>
            <a:endParaRPr dirty="0">
              <a:latin typeface="Times New Roman" panose="02020603050405020304" pitchFamily="18" charset="0"/>
              <a:cs typeface="Times New Roman" panose="02020603050405020304" pitchFamily="18" charset="0"/>
            </a:endParaRPr>
          </a:p>
        </p:txBody>
      </p:sp>
      <p:sp>
        <p:nvSpPr>
          <p:cNvPr id="212" name="Google Shape;212;p33"/>
          <p:cNvSpPr txBox="1">
            <a:spLocks noGrp="1"/>
          </p:cNvSpPr>
          <p:nvPr>
            <p:ph type="body" idx="1"/>
          </p:nvPr>
        </p:nvSpPr>
        <p:spPr>
          <a:prstGeom prst="rect">
            <a:avLst/>
          </a:prstGeom>
        </p:spPr>
        <p:txBody>
          <a:bodyPr spcFirstLastPara="1" wrap="square" lIns="91425" tIns="91425" rIns="91425" bIns="91425" anchor="t" anchorCtr="0">
            <a:normAutofit/>
          </a:bodyPr>
          <a:lstStyle/>
          <a:p>
            <a:pPr marL="0" lvl="0" indent="0">
              <a:spcAft>
                <a:spcPts val="1200"/>
              </a:spcAft>
              <a:buNone/>
            </a:pPr>
            <a:r>
              <a:rPr lang="en-US" sz="1600" dirty="0">
                <a:latin typeface="Times New Roman" panose="02020603050405020304" pitchFamily="18" charset="0"/>
                <a:cs typeface="Times New Roman" panose="02020603050405020304" pitchFamily="18" charset="0"/>
              </a:rPr>
              <a:t>[1]: </a:t>
            </a:r>
            <a:r>
              <a:rPr lang="en-US" sz="1600" dirty="0">
                <a:latin typeface="Times New Roman" panose="02020603050405020304" pitchFamily="18" charset="0"/>
                <a:cs typeface="Times New Roman" panose="02020603050405020304" pitchFamily="18" charset="0"/>
                <a:hlinkClick r:id="rId3"/>
              </a:rPr>
              <a:t>https://medlatec.vn/tin-tuc/dau-hieu-tram-cam-va-nhung-thong-tin-ve-benh-ly-s195-n18356</a:t>
            </a:r>
            <a:endParaRPr lang="en-US" sz="1600" dirty="0">
              <a:latin typeface="Times New Roman" panose="02020603050405020304" pitchFamily="18" charset="0"/>
              <a:cs typeface="Times New Roman" panose="02020603050405020304" pitchFamily="18" charset="0"/>
            </a:endParaRPr>
          </a:p>
          <a:p>
            <a:pPr marL="0" lvl="0" indent="0">
              <a:spcAft>
                <a:spcPts val="1200"/>
              </a:spcAft>
              <a:buNone/>
            </a:pPr>
            <a:r>
              <a:rPr lang="en-US" sz="1600" dirty="0">
                <a:latin typeface="Times New Roman" panose="02020603050405020304" pitchFamily="18" charset="0"/>
                <a:cs typeface="Times New Roman" panose="02020603050405020304" pitchFamily="18" charset="0"/>
              </a:rPr>
              <a:t>[2]: </a:t>
            </a:r>
            <a:r>
              <a:rPr lang="en-US" sz="1600" dirty="0">
                <a:latin typeface="Times New Roman" panose="02020603050405020304" pitchFamily="18" charset="0"/>
                <a:cs typeface="Times New Roman" panose="02020603050405020304" pitchFamily="18" charset="0"/>
                <a:hlinkClick r:id="rId4"/>
              </a:rPr>
              <a:t>https://tambinh.vn/tram-cam-co-tu-khoi-duoc-khong/?srsltid=AfmBOopkB2-1Bu6DTg3gDab0Xb0fuqdSyAW9edqt-ojCNIsvK1twkUZj</a:t>
            </a:r>
            <a:endParaRPr lang="en-US" sz="1600" dirty="0">
              <a:latin typeface="Times New Roman" panose="02020603050405020304" pitchFamily="18" charset="0"/>
              <a:cs typeface="Times New Roman" panose="02020603050405020304" pitchFamily="18" charset="0"/>
            </a:endParaRPr>
          </a:p>
          <a:p>
            <a:pPr marL="0" lvl="0" indent="0">
              <a:spcAft>
                <a:spcPts val="1200"/>
              </a:spcAft>
              <a:buNone/>
            </a:pPr>
            <a:r>
              <a:rPr lang="en-US" sz="1600" dirty="0">
                <a:latin typeface="Times New Roman" panose="02020603050405020304" pitchFamily="18" charset="0"/>
                <a:cs typeface="Times New Roman" panose="02020603050405020304" pitchFamily="18" charset="0"/>
              </a:rPr>
              <a:t>[3]: </a:t>
            </a:r>
            <a:r>
              <a:rPr lang="en-US" sz="1600" dirty="0">
                <a:latin typeface="Times New Roman" panose="02020603050405020304" pitchFamily="18" charset="0"/>
                <a:cs typeface="Times New Roman" panose="02020603050405020304" pitchFamily="18" charset="0"/>
                <a:hlinkClick r:id="rId5"/>
              </a:rPr>
              <a:t>https://tramcam.org/7-nguyen-nhan-chinh-gay-tram-cam</a:t>
            </a:r>
            <a:endParaRPr lang="en-US" sz="1600" dirty="0">
              <a:latin typeface="Times New Roman" panose="02020603050405020304" pitchFamily="18" charset="0"/>
              <a:cs typeface="Times New Roman" panose="02020603050405020304" pitchFamily="18" charset="0"/>
            </a:endParaRPr>
          </a:p>
          <a:p>
            <a:pPr marL="0" lvl="0" indent="0">
              <a:spcAft>
                <a:spcPts val="1200"/>
              </a:spcAft>
              <a:buNone/>
            </a:pPr>
            <a:r>
              <a:rPr lang="en-US" sz="1600" dirty="0">
                <a:latin typeface="Times New Roman" panose="02020603050405020304" pitchFamily="18" charset="0"/>
                <a:cs typeface="Times New Roman" panose="02020603050405020304" pitchFamily="18" charset="0"/>
              </a:rPr>
              <a:t>[4]: </a:t>
            </a:r>
            <a:r>
              <a:rPr lang="en-US" sz="1600" dirty="0">
                <a:latin typeface="Times New Roman" panose="02020603050405020304" pitchFamily="18" charset="0"/>
                <a:cs typeface="Times New Roman" panose="02020603050405020304" pitchFamily="18" charset="0"/>
                <a:hlinkClick r:id="rId6"/>
              </a:rPr>
              <a:t>https://www.pythonprog.com/sklearn-preprocessing-minmaxscaler/</a:t>
            </a:r>
            <a:endParaRPr lang="en-US" sz="1600" dirty="0">
              <a:latin typeface="Times New Roman" panose="02020603050405020304" pitchFamily="18" charset="0"/>
              <a:cs typeface="Times New Roman" panose="02020603050405020304" pitchFamily="18" charset="0"/>
            </a:endParaRPr>
          </a:p>
          <a:p>
            <a:pPr marL="0" lvl="0" indent="0">
              <a:spcAft>
                <a:spcPts val="1200"/>
              </a:spcAft>
              <a:buNone/>
            </a:pPr>
            <a:endParaRPr lang="en-US" sz="1600" dirty="0">
              <a:latin typeface="Times New Roman" panose="02020603050405020304" pitchFamily="18" charset="0"/>
              <a:cs typeface="Times New Roman" panose="02020603050405020304" pitchFamily="18" charset="0"/>
            </a:endParaRPr>
          </a:p>
          <a:p>
            <a:pPr marL="0" lvl="0" indent="0">
              <a:spcAft>
                <a:spcPts val="1200"/>
              </a:spcAft>
              <a:buNone/>
            </a:pPr>
            <a:endParaRPr lang="en-US" sz="1600" dirty="0">
              <a:latin typeface="Times New Roman" panose="02020603050405020304" pitchFamily="18" charset="0"/>
              <a:cs typeface="Times New Roman" panose="02020603050405020304" pitchFamily="18" charset="0"/>
            </a:endParaRPr>
          </a:p>
          <a:p>
            <a:pPr marL="0" lvl="0" indent="0">
              <a:spcAft>
                <a:spcPts val="1200"/>
              </a:spcAft>
              <a:buNone/>
            </a:pPr>
            <a:endParaRPr lang="en-US" sz="1600" dirty="0">
              <a:latin typeface="Times New Roman" panose="02020603050405020304" pitchFamily="18" charset="0"/>
              <a:cs typeface="Times New Roman" panose="02020603050405020304" pitchFamily="18" charset="0"/>
            </a:endParaRPr>
          </a:p>
          <a:p>
            <a:pPr marL="0" lvl="0" indent="0">
              <a:spcAft>
                <a:spcPts val="1200"/>
              </a:spcAft>
              <a:buNone/>
            </a:pPr>
            <a:endParaRPr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198</TotalTime>
  <Words>298</Words>
  <Application>Microsoft Office PowerPoint</Application>
  <PresentationFormat>On-screen Show (16:9)</PresentationFormat>
  <Paragraphs>42</Paragraphs>
  <Slides>23</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Times New Roman</vt:lpstr>
      <vt:lpstr>Calibri Light</vt:lpstr>
      <vt:lpstr>Arial</vt:lpstr>
      <vt:lpstr>Calibri</vt:lpstr>
      <vt:lpstr>Office Theme</vt:lpstr>
      <vt:lpstr>Predicting depression </vt:lpstr>
      <vt:lpstr>1. Trầm cảm là gì</vt:lpstr>
      <vt:lpstr>PowerPoint Presentation</vt:lpstr>
      <vt:lpstr>PowerPoint Presentation</vt:lpstr>
      <vt:lpstr>Tại sao cần dự đoán trầm cảm </vt:lpstr>
      <vt:lpstr>2. Bộ dữ liệu</vt:lpstr>
      <vt:lpstr>Trực quan dữ liệu</vt:lpstr>
      <vt:lpstr>Trực quan dữ liệu</vt:lpstr>
      <vt:lpstr>Trực quan dữ liệu</vt:lpstr>
      <vt:lpstr>3. Xử lí dữ liệu</vt:lpstr>
      <vt:lpstr>3. Xử lí dữ liệu</vt:lpstr>
      <vt:lpstr>3. Xử lí dữ liệu</vt:lpstr>
      <vt:lpstr>Tương quan dữ liệu</vt:lpstr>
      <vt:lpstr>Tương quan dữ liệu</vt:lpstr>
      <vt:lpstr>Tương quan dữ liệu</vt:lpstr>
      <vt:lpstr>Tương quan dữ liệu</vt:lpstr>
      <vt:lpstr>Tương quan dữ liệu</vt:lpstr>
      <vt:lpstr>PowerPoint Presentation</vt:lpstr>
      <vt:lpstr>4. Chuẩn hoá dữ liệu</vt:lpstr>
      <vt:lpstr>5. Huấn luyện</vt:lpstr>
      <vt:lpstr>5. Huấn luyện</vt:lpstr>
      <vt:lpstr>5. Huấn luyện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Thư Nguyễn</cp:lastModifiedBy>
  <cp:revision>2</cp:revision>
  <dcterms:modified xsi:type="dcterms:W3CDTF">2025-12-22T01:05:55Z</dcterms:modified>
</cp:coreProperties>
</file>